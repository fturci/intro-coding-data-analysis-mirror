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30"/>
    <p:restoredTop sz="94658"/>
  </p:normalViewPr>
  <p:slideViewPr>
    <p:cSldViewPr snapToGrid="0">
      <p:cViewPr varScale="1">
        <p:scale>
          <a:sx d="100" n="93"/>
          <a:sy d="100" n="93"/>
        </p:scale>
        <p:origin x="248" y="96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24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04C9E-4C8F-2003-8F21-0F7AB5D1E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70A7-1BC1-C2F9-64A4-BB843A27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050D9-0F94-2E4F-464C-8EBCCD54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777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3B589-2AE5-12F1-17E6-67B215487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15D898-3F38-4F9B-0D0F-A12D8A7A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82D0A-CC0F-9475-05E6-63FA7623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686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3AF5-17E5-B69F-E996-E68D68BE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990B9-A323-F063-6ABB-DB99BCEF7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EBEF1-6623-DECB-A2F9-3C10AE211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89AAB7-70A9-7178-9084-A2F167FC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6EA5-3C9E-8862-7560-722FDF58E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946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B1EF3-C366-8AB3-D55F-BD6891C1D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B2F40D-525B-64EA-F250-7E99EB74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76E26D-DF3E-36D1-25F7-2588814B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86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386D6-929C-BE2D-2E6F-93F76E6C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C03A2-7EF3-E8F8-9146-077B2F204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1AF88F-49E5-FD56-FDB3-4A4F022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DFCACB-DDCB-2218-0D87-FE5CB1B69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51CEE0-BE4E-F142-5C5C-066F0F9D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6E8580-5C74-4131-34B7-24F5887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FEE87-EBA9-A647-B125-A8414D3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8C74B6-FE67-4E50-F3DF-BB1049965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62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1B93-255C-C801-210B-62D8530E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B289C-CC9F-C1B6-F8E1-9DE45C18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ED4DE-4918-AC75-957D-771E401AC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6F2A4-2941-EBE1-C344-AE4EBF420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982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DD0B9A-0946-0722-4C69-FD455B97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4B0BD2-449B-2F9F-8E91-8E50AD112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D65A4-C6C6-29C4-A341-8E2080FE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7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4811-219D-E19A-6E6E-96EF3E0C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427EA4-5CAE-CF23-DFED-B82AFD70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26FF0-4198-4556-3B5F-00C8CCE95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40C80-7139-C514-B0EF-6AF404CB6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10512424" cy="845127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18FBC-82F7-E92C-1FE5-F8249EA7D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153400" y="1503218"/>
            <a:ext cx="3505200" cy="16486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6F1999-FBE9-4404-0434-3FA4C404B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7161" y="1503218"/>
            <a:ext cx="10205748" cy="40940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8FC9B7-CAA2-1A15-1CCE-02CC1FE5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5F1BA-4A07-E7F8-E698-F36F06DAF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92CF1-E74F-616E-675A-A81CCADAD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47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38B5F-CC94-735A-F9F3-1A2FA709E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B8932-B4E7-4281-5F1F-DD8AD0C1A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8B4AD8-850D-011D-76CF-4CCF8C003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1759-EC8D-8D84-74AB-99476A906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C8F3-0628-51EE-CCCB-003C83E7B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67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74DD1A-886A-8B20-C3C9-BB8E4DB93C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5C0889-9301-257D-0595-26A36911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27814-722A-50B2-8E84-ABAACF9C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2D049-343C-4365-6A1D-71EE6A738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6DDD-1C58-C5C0-8864-F2DCEEC50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7405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C6E130-3555-2769-5500-6B3A22B9C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30555"/>
          </a:xfrm>
          <a:prstGeom prst="rect">
            <a:avLst/>
          </a:prstGeom>
          <a:solidFill>
            <a:schemeClr val="accent1"/>
          </a:solidFill>
          <a:effectLst>
            <a:glow rad="63500">
              <a:schemeClr val="bg2">
                <a:alpha val="40000"/>
              </a:schemeClr>
            </a:glow>
          </a:effectLst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2F860-4177-F3D9-485A-938DA58785D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107440"/>
            <a:ext cx="10515600" cy="51612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5E15D-8480-10F8-AD02-54AF1921A83F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B94E00-9C61-0B4E-9C26-0C58201F91D9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35CCE-B73C-FACD-5FF3-800C4C9F279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AB7E-1977-E935-7A53-C80D6972448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3B5C7-3815-CC4F-8A57-57AA572CDA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21149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3000">
          <a:solidFill>
            <a:schemeClr val="bg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4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32E8-2C8B-54FC-97B2-36CDFADB0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B1093B-6DA4-8A3A-A6AF-001AE70F7546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89D70-A607-A425-4168-37C5E7F0A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52673-8051-9133-B858-DF233A24617A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676400"/>
            <a:ext cx="61722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4ACFB-CFC5-1D84-41CE-8DD0F87EB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8320-90B0-A8E3-9D7C-A2C51EF2E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4EBB7-7476-2DE8-611A-CD8CF25AE913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688C6A-8B12-D226-5E5D-7657E81DD9D4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D449D4-319E-2279-3396-A353F513B9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46E1F-6B8D-B82A-202E-7F2A5081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449D4-319E-2279-3396-A353F513B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2025-09-26T06:44:51Z</dcterms:created>
  <dcterms:modified xsi:type="dcterms:W3CDTF">2025-09-26T06:44:51Z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