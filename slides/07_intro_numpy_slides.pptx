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embedTrueTypeFonts="1" saveSubsetFonts="1" strictFirstAndLastChars="0">
  <p:sldMasterIdLst>
    <p:sldMasterId id="214748365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embeddedFontLst>
    <p:embeddedFont>
      <p:font charset="0" panose="020B0009020202020204" pitchFamily="49" typeface="Aptos Mono"/>
      <p:regular r:id="rId23"/>
      <p:bold r:id="rId24"/>
      <p:italic r:id="rId25"/>
      <p:boldItalic r:id="rId26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873"/>
    <p:restoredTop sz="94658"/>
  </p:normalViewPr>
  <p:slideViewPr>
    <p:cSldViewPr snapToGrid="0">
      <p:cViewPr varScale="1">
        <p:scale>
          <a:sx d="100" n="128"/>
          <a:sy d="100" n="128"/>
        </p:scale>
        <p:origin x="344" y="17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7" Type="http://schemas.openxmlformats.org/officeDocument/2006/relationships/presProps" Target="presProps.xml" /><Relationship Id="rId28" Type="http://schemas.openxmlformats.org/officeDocument/2006/relationships/viewProps" Target="viewProps.xml" /><Relationship Id="rId29" Type="http://schemas.openxmlformats.org/officeDocument/2006/relationships/theme" Target="theme/theme1.xml" /><Relationship Id="rId25" Type="http://schemas.openxmlformats.org/officeDocument/2006/relationships/font" Target="fonts/font3.fntdata" /><Relationship Id="rId30" Type="http://schemas.openxmlformats.org/officeDocument/2006/relationships/tableStyles" Target="tableStyles.xml" /><Relationship Id="rId26" Type="http://schemas.openxmlformats.org/officeDocument/2006/relationships/font" Target="fonts/font4.fntdata" /><Relationship Id="rId23" Type="http://schemas.openxmlformats.org/officeDocument/2006/relationships/font" Target="fonts/font1.fntdata" /><Relationship Id="rId1" Type="http://schemas.openxmlformats.org/officeDocument/2006/relationships/slideMaster" Target="slideMasters/slideMaster1.xml" /><Relationship Id="rId24" Type="http://schemas.openxmlformats.org/officeDocument/2006/relationships/font" Target="fonts/font2.fntdata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="b" anchorCtr="0" bIns="45700" lIns="91425" rIns="91425" spcFirstLastPara="1" tIns="45700" wrap="square">
            <a:noAutofit/>
          </a:bodyPr>
          <a:lstStyle>
            <a:lvl1pPr algn="l"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b="0" cap="none" i="0" strike="noStrike" sz="4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idx="1" type="body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0" rIns="0" spcFirstLastPara="1" tIns="45700" wrap="square">
            <a:noAutofit/>
          </a:bodyPr>
          <a:lstStyle>
            <a:lvl1pPr algn="l" indent="-355600" lvl="0" marL="457200" marR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b="0" cap="none" i="0" strike="noStrike" sz="20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42900" lvl="1" marL="914400" marR="0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b="0" cap="none" i="0" strike="noStrike" sz="1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17500" lvl="2" marL="1371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17500" lvl="3" marL="18288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17500" lvl="4" marL="22860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17500" lvl="5" marL="27432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17500" lvl="6" marL="32004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17500" lvl="7" marL="3657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17500" lvl="8" marL="4114800" marR="0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type="none" w="sm"/>
            <a:tailEnd len="sm" type="none" w="sm"/>
          </a:ln>
        </p:spPr>
      </p:cxn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8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14400"/>
            <a:ext cx="51054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list_ex = [1, 2, 3, 4]
print(list_ex)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Title Slide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19201</TotalTime>
  <Words>9536</Words>
  <Application>Microsoft Macintosh PowerPoint</Application>
  <PresentationFormat>Widescreen</PresentationFormat>
  <Paragraphs>1540</Paragraphs>
  <Slides>198</Slides>
  <Notes>198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198</vt:i4>
      </vt:variant>
    </vt:vector>
  </HeadingPairs>
  <TitlesOfParts>
    <vt:vector size="202" baseType="lpstr">
      <vt:lpstr>Calibri</vt:lpstr>
      <vt:lpstr>Aptos Mono</vt:lpstr>
      <vt:lpstr>Arial</vt:lpstr>
      <vt:lpstr>Title Slide</vt:lpstr>
      <vt:lpstr>Lecture 5:   Consolidation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2026-10-13T14:59:07Z</dcterms:created>
  <dcterms:modified xsi:type="dcterms:W3CDTF">2026-10-13T14:59:07Z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execute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pyodide">
    <vt:lpwstr/>
  </property>
  <property fmtid="{D5CDD505-2E9C-101B-9397-08002B2CF9AE}" pid="10" name="toc-title">
    <vt:lpwstr>Table of contents</vt:lpwstr>
  </property>
</Properties>
</file>