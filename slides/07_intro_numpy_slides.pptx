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7530"/>
    <p:restoredTop sz="94658"/>
  </p:normalViewPr>
  <p:slideViewPr>
    <p:cSldViewPr snapToGrid="0">
      <p:cViewPr varScale="1">
        <p:scale>
          <a:sx d="100" n="93"/>
          <a:sy d="100" n="93"/>
        </p:scale>
        <p:origin x="248" y="96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Relationship Id="rId24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32E8-2C8B-54FC-97B2-36CDFADB0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1093B-6DA4-8A3A-A6AF-001AE70F75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504C9E-4C8F-2003-8F21-0F7AB5D1E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770A7-1BC1-C2F9-64A4-BB843A277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D050D9-0F94-2E4F-464C-8EBCCD544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47778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63B589-2AE5-12F1-17E6-67B215487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15D898-3F38-4F9B-0D0F-A12D8A7AD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382D0A-CC0F-9475-05E6-63FA7623D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686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83AF5-17E5-B69F-E996-E68D68BE8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A990B9-A323-F063-6ABB-DB99BCEF7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7EBEF1-6623-DECB-A2F9-3C10AE211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89AAB7-70A9-7178-9084-A2F167FC6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226EA5-3C9E-8862-7560-722FDF58E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946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8320-90B0-A8E3-9D7C-A2C51EF2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5B1EF3-C366-8AB3-D55F-BD6891C1D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B2F40D-525B-64EA-F250-7E99EB745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76E26D-DF3E-36D1-25F7-2588814B8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886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386D6-929C-BE2D-2E6F-93F76E6C7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4C03A2-7EF3-E8F8-9146-077B2F204E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1AF88F-49E5-FD56-FDB3-4A4F0228FA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DFCACB-DDCB-2218-0D87-FE5CB1B691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51CEE0-BE4E-F142-5C5C-066F0F9DA6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6E8580-5C74-4131-34B7-24F5887A2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EFEE87-EBA9-A647-B125-A8414D3DC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8C74B6-FE67-4E50-F3DF-BB1049965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562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C1B93-255C-C801-210B-62D8530E0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6B289C-CC9F-C1B6-F8E1-9DE45C18C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1ED4DE-4918-AC75-957D-771E401AC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76F2A4-2941-EBE1-C344-AE4EBF420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982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DD0B9A-0946-0722-4C69-FD455B971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4B0BD2-449B-2F9F-8E91-8E50AD112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7D65A4-C6C6-29C4-A341-8E2080FE2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7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89D70-A607-A425-4168-37C5E7F0A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4ACFB-CFC5-1D84-41CE-8DD0F87EB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52673-8051-9133-B858-DF233A2461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084811-219D-E19A-6E6E-96EF3E0C3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427EA4-5CAE-CF23-DFED-B82AFD709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B26FF0-4198-4556-3B5F-00C8CCE95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836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40C80-7139-C514-B0EF-6AF404CB6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10512424" cy="845127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518FBC-82F7-E92C-1FE5-F8249EA7DA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153400" y="1503218"/>
            <a:ext cx="3505200" cy="164869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6F1999-FBE9-4404-0434-3FA4C404B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47161" y="1503218"/>
            <a:ext cx="10205748" cy="409401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8FC9B7-CAA2-1A15-1CCE-02CC1FE5A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75F1BA-4A07-E7F8-E698-F36F06DAF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92CF1-E74F-616E-675A-A81CCADAD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6471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38B5F-CC94-735A-F9F3-1A2FA709E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4B8932-B4E7-4281-5F1F-DD8AD0C1A0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8B4AD8-850D-011D-76CF-4CCF8C003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221759-EC8D-8D84-74AB-99476A906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9FC8F3-0628-51EE-CCCB-003C83E7B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675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74DD1A-886A-8B20-C3C9-BB8E4DB93C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5C0889-9301-257D-0595-26A36911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E27814-722A-50B2-8E84-ABAACF9CB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A2D049-343C-4365-6A1D-71EE6A738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56DDD-1C58-C5C0-8864-F2DCEEC50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074058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C6E130-3555-2769-5500-6B3A22B9C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30555"/>
          </a:xfrm>
          <a:prstGeom prst="rect">
            <a:avLst/>
          </a:prstGeom>
          <a:solidFill>
            <a:schemeClr val="accent1"/>
          </a:solidFill>
          <a:effectLst>
            <a:glow rad="63500">
              <a:schemeClr val="bg2">
                <a:alpha val="40000"/>
              </a:schemeClr>
            </a:glow>
          </a:effectLst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GB"/>
              <a:t>Click to edit Master title style</a:t>
            </a:r>
            <a:endParaRPr dirty="0"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A2F860-4177-F3D9-485A-938DA58785D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107440"/>
            <a:ext cx="10515600" cy="51612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GB"/>
              <a:t>Click to edit Master text styles</a:t>
            </a:r>
          </a:p>
          <a:p>
            <a:pPr lvl="1"/>
            <a:r>
              <a:rPr dirty="0" lang="en-GB"/>
              <a:t>Second level</a:t>
            </a:r>
          </a:p>
          <a:p>
            <a:pPr lvl="2"/>
            <a:r>
              <a:rPr dirty="0" lang="en-GB"/>
              <a:t>Third level</a:t>
            </a:r>
          </a:p>
          <a:p>
            <a:pPr lvl="3"/>
            <a:r>
              <a:rPr dirty="0" lang="en-GB"/>
              <a:t>Fourth level</a:t>
            </a:r>
          </a:p>
          <a:p>
            <a:pPr lvl="4"/>
            <a:r>
              <a:rPr dirty="0" lang="en-GB"/>
              <a:t>Fifth level</a:t>
            </a:r>
            <a:endParaRPr dirty="0"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E5E15D-8480-10F8-AD02-54AF1921A83F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035CCE-B73C-FACD-5FF3-800C4C9F279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95AB7E-1977-E935-7A53-C80D6972448A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211491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3000">
          <a:solidFill>
            <a:schemeClr val="bg1"/>
          </a:solidFill>
          <a:latin charset="0" panose="020B0604020202020204" pitchFamily="34" typeface="Arial"/>
          <a:ea typeface="+mj-ea"/>
          <a:cs charset="0" panose="020B0604020202020204" pitchFamily="34" typeface="Arial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6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4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4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32E8-2C8B-54FC-97B2-36CDFADB0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1093B-6DA4-8A3A-A6AF-001AE70F7546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89D70-A607-A425-4168-37C5E7F0A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52673-8051-9133-B858-DF233A24617A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181600" y="5334000"/>
            <a:ext cx="61722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4ACFB-CFC5-1D84-41CE-8DD0F87EB3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8320-90B0-A8E3-9D7C-A2C51EF2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2025-10-16T08:56:16Z</dcterms:created>
  <dcterms:modified xsi:type="dcterms:W3CDTF">2025-10-16T08:56:16Z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