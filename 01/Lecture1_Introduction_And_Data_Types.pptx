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3"/>
  </p:notesMasterIdLst>
  <p:sldIdLst>
    <p:sldId id="955" r:id="rId2"/>
    <p:sldId id="256" r:id="rId3"/>
    <p:sldId id="682" r:id="rId4"/>
    <p:sldId id="691" r:id="rId5"/>
    <p:sldId id="683" r:id="rId6"/>
    <p:sldId id="684" r:id="rId7"/>
    <p:sldId id="685" r:id="rId8"/>
    <p:sldId id="686" r:id="rId9"/>
    <p:sldId id="687" r:id="rId10"/>
    <p:sldId id="688" r:id="rId11"/>
    <p:sldId id="458" r:id="rId12"/>
    <p:sldId id="692" r:id="rId13"/>
    <p:sldId id="694" r:id="rId14"/>
    <p:sldId id="696" r:id="rId15"/>
    <p:sldId id="697" r:id="rId16"/>
    <p:sldId id="698" r:id="rId17"/>
    <p:sldId id="699" r:id="rId18"/>
    <p:sldId id="701" r:id="rId19"/>
    <p:sldId id="705" r:id="rId20"/>
    <p:sldId id="695" r:id="rId21"/>
    <p:sldId id="706" r:id="rId22"/>
    <p:sldId id="707" r:id="rId23"/>
    <p:sldId id="462" r:id="rId24"/>
    <p:sldId id="712" r:id="rId25"/>
    <p:sldId id="713" r:id="rId26"/>
    <p:sldId id="714" r:id="rId27"/>
    <p:sldId id="715" r:id="rId28"/>
    <p:sldId id="716" r:id="rId29"/>
    <p:sldId id="717" r:id="rId30"/>
    <p:sldId id="711" r:id="rId31"/>
    <p:sldId id="720" r:id="rId32"/>
    <p:sldId id="721" r:id="rId33"/>
    <p:sldId id="722" r:id="rId34"/>
    <p:sldId id="723" r:id="rId35"/>
    <p:sldId id="708" r:id="rId36"/>
    <p:sldId id="725" r:id="rId37"/>
    <p:sldId id="724" r:id="rId38"/>
    <p:sldId id="726" r:id="rId39"/>
    <p:sldId id="709" r:id="rId40"/>
    <p:sldId id="727" r:id="rId41"/>
    <p:sldId id="728" r:id="rId42"/>
    <p:sldId id="729" r:id="rId43"/>
    <p:sldId id="730" r:id="rId44"/>
    <p:sldId id="484" r:id="rId45"/>
    <p:sldId id="731" r:id="rId46"/>
    <p:sldId id="736" r:id="rId47"/>
    <p:sldId id="732" r:id="rId48"/>
    <p:sldId id="740" r:id="rId49"/>
    <p:sldId id="737" r:id="rId50"/>
    <p:sldId id="741" r:id="rId51"/>
    <p:sldId id="742" r:id="rId52"/>
    <p:sldId id="743" r:id="rId53"/>
    <p:sldId id="744" r:id="rId54"/>
    <p:sldId id="738" r:id="rId55"/>
    <p:sldId id="739" r:id="rId56"/>
    <p:sldId id="733" r:id="rId57"/>
    <p:sldId id="262" r:id="rId58"/>
    <p:sldId id="745" r:id="rId59"/>
    <p:sldId id="748" r:id="rId60"/>
    <p:sldId id="749" r:id="rId61"/>
    <p:sldId id="746" r:id="rId62"/>
    <p:sldId id="747" r:id="rId63"/>
    <p:sldId id="485" r:id="rId64"/>
    <p:sldId id="754" r:id="rId65"/>
    <p:sldId id="755" r:id="rId66"/>
    <p:sldId id="757" r:id="rId67"/>
    <p:sldId id="756" r:id="rId68"/>
    <p:sldId id="750" r:id="rId69"/>
    <p:sldId id="758" r:id="rId70"/>
    <p:sldId id="759" r:id="rId71"/>
    <p:sldId id="751" r:id="rId72"/>
    <p:sldId id="760" r:id="rId73"/>
    <p:sldId id="761" r:id="rId74"/>
    <p:sldId id="762" r:id="rId75"/>
    <p:sldId id="752" r:id="rId76"/>
    <p:sldId id="763" r:id="rId77"/>
    <p:sldId id="753" r:id="rId78"/>
    <p:sldId id="764" r:id="rId79"/>
    <p:sldId id="768" r:id="rId80"/>
    <p:sldId id="765" r:id="rId81"/>
    <p:sldId id="769" r:id="rId82"/>
    <p:sldId id="770" r:id="rId83"/>
    <p:sldId id="486" r:id="rId84"/>
    <p:sldId id="778" r:id="rId85"/>
    <p:sldId id="776" r:id="rId86"/>
    <p:sldId id="777" r:id="rId87"/>
    <p:sldId id="771" r:id="rId88"/>
    <p:sldId id="772" r:id="rId89"/>
    <p:sldId id="773" r:id="rId90"/>
    <p:sldId id="774" r:id="rId91"/>
    <p:sldId id="775" r:id="rId92"/>
    <p:sldId id="779" r:id="rId93"/>
    <p:sldId id="780" r:id="rId94"/>
    <p:sldId id="671" r:id="rId95"/>
    <p:sldId id="781" r:id="rId96"/>
    <p:sldId id="784" r:id="rId97"/>
    <p:sldId id="785" r:id="rId98"/>
    <p:sldId id="786" r:id="rId99"/>
    <p:sldId id="787" r:id="rId100"/>
    <p:sldId id="782" r:id="rId101"/>
    <p:sldId id="788" r:id="rId102"/>
    <p:sldId id="783" r:id="rId103"/>
    <p:sldId id="789" r:id="rId104"/>
    <p:sldId id="274" r:id="rId105"/>
    <p:sldId id="793" r:id="rId106"/>
    <p:sldId id="794" r:id="rId107"/>
    <p:sldId id="790" r:id="rId108"/>
    <p:sldId id="795" r:id="rId109"/>
    <p:sldId id="797" r:id="rId110"/>
    <p:sldId id="798" r:id="rId111"/>
    <p:sldId id="796" r:id="rId112"/>
    <p:sldId id="791" r:id="rId113"/>
    <p:sldId id="800" r:id="rId114"/>
    <p:sldId id="792" r:id="rId115"/>
    <p:sldId id="803" r:id="rId116"/>
    <p:sldId id="804" r:id="rId117"/>
    <p:sldId id="802" r:id="rId118"/>
    <p:sldId id="805" r:id="rId119"/>
    <p:sldId id="806" r:id="rId120"/>
    <p:sldId id="672" r:id="rId121"/>
    <p:sldId id="809" r:id="rId122"/>
    <p:sldId id="810" r:id="rId123"/>
    <p:sldId id="811" r:id="rId124"/>
    <p:sldId id="812" r:id="rId125"/>
    <p:sldId id="813" r:id="rId126"/>
    <p:sldId id="807" r:id="rId127"/>
    <p:sldId id="816" r:id="rId128"/>
    <p:sldId id="817" r:id="rId129"/>
    <p:sldId id="814" r:id="rId130"/>
    <p:sldId id="818" r:id="rId131"/>
    <p:sldId id="673" r:id="rId132"/>
    <p:sldId id="819" r:id="rId133"/>
    <p:sldId id="674" r:id="rId134"/>
    <p:sldId id="820" r:id="rId135"/>
    <p:sldId id="824" r:id="rId136"/>
    <p:sldId id="825" r:id="rId137"/>
    <p:sldId id="821" r:id="rId138"/>
    <p:sldId id="826" r:id="rId139"/>
    <p:sldId id="822" r:id="rId140"/>
    <p:sldId id="827" r:id="rId141"/>
    <p:sldId id="675" r:id="rId142"/>
    <p:sldId id="829" r:id="rId143"/>
    <p:sldId id="828" r:id="rId144"/>
    <p:sldId id="830" r:id="rId145"/>
    <p:sldId id="833" r:id="rId146"/>
    <p:sldId id="831" r:id="rId147"/>
    <p:sldId id="832" r:id="rId148"/>
    <p:sldId id="676" r:id="rId149"/>
    <p:sldId id="841" r:id="rId150"/>
    <p:sldId id="839" r:id="rId151"/>
    <p:sldId id="842" r:id="rId152"/>
    <p:sldId id="838" r:id="rId153"/>
    <p:sldId id="845" r:id="rId154"/>
    <p:sldId id="844" r:id="rId155"/>
    <p:sldId id="843" r:id="rId156"/>
    <p:sldId id="846" r:id="rId157"/>
    <p:sldId id="847" r:id="rId158"/>
    <p:sldId id="848" r:id="rId159"/>
    <p:sldId id="849" r:id="rId160"/>
    <p:sldId id="850" r:id="rId161"/>
    <p:sldId id="834" r:id="rId162"/>
    <p:sldId id="835" r:id="rId163"/>
    <p:sldId id="851" r:id="rId164"/>
    <p:sldId id="860" r:id="rId165"/>
    <p:sldId id="858" r:id="rId166"/>
    <p:sldId id="861" r:id="rId167"/>
    <p:sldId id="855" r:id="rId168"/>
    <p:sldId id="856" r:id="rId169"/>
    <p:sldId id="863" r:id="rId170"/>
    <p:sldId id="862" r:id="rId171"/>
    <p:sldId id="857" r:id="rId172"/>
    <p:sldId id="864" r:id="rId173"/>
    <p:sldId id="865" r:id="rId174"/>
    <p:sldId id="868" r:id="rId175"/>
    <p:sldId id="867" r:id="rId176"/>
    <p:sldId id="870" r:id="rId177"/>
    <p:sldId id="869" r:id="rId178"/>
    <p:sldId id="871" r:id="rId179"/>
    <p:sldId id="852" r:id="rId180"/>
    <p:sldId id="873" r:id="rId181"/>
    <p:sldId id="874" r:id="rId182"/>
    <p:sldId id="875" r:id="rId183"/>
    <p:sldId id="876" r:id="rId184"/>
    <p:sldId id="872" r:id="rId185"/>
    <p:sldId id="877" r:id="rId186"/>
    <p:sldId id="881" r:id="rId187"/>
    <p:sldId id="878" r:id="rId188"/>
    <p:sldId id="879" r:id="rId189"/>
    <p:sldId id="880" r:id="rId190"/>
    <p:sldId id="853" r:id="rId191"/>
    <p:sldId id="882" r:id="rId192"/>
    <p:sldId id="678" r:id="rId193"/>
    <p:sldId id="891" r:id="rId194"/>
    <p:sldId id="888" r:id="rId195"/>
    <p:sldId id="892" r:id="rId196"/>
    <p:sldId id="889" r:id="rId197"/>
    <p:sldId id="893" r:id="rId198"/>
    <p:sldId id="894" r:id="rId199"/>
    <p:sldId id="883" r:id="rId200"/>
    <p:sldId id="896" r:id="rId201"/>
    <p:sldId id="895" r:id="rId202"/>
    <p:sldId id="898" r:id="rId203"/>
    <p:sldId id="897" r:id="rId204"/>
    <p:sldId id="884" r:id="rId205"/>
    <p:sldId id="904" r:id="rId206"/>
    <p:sldId id="902" r:id="rId207"/>
    <p:sldId id="903" r:id="rId208"/>
    <p:sldId id="899" r:id="rId209"/>
    <p:sldId id="906" r:id="rId210"/>
    <p:sldId id="905" r:id="rId211"/>
    <p:sldId id="900" r:id="rId212"/>
    <p:sldId id="907" r:id="rId213"/>
    <p:sldId id="908" r:id="rId214"/>
    <p:sldId id="901" r:id="rId215"/>
    <p:sldId id="909" r:id="rId216"/>
    <p:sldId id="910" r:id="rId217"/>
    <p:sldId id="885" r:id="rId218"/>
    <p:sldId id="886" r:id="rId219"/>
    <p:sldId id="887" r:id="rId220"/>
    <p:sldId id="679" r:id="rId221"/>
    <p:sldId id="922" r:id="rId222"/>
    <p:sldId id="920" r:id="rId223"/>
    <p:sldId id="921" r:id="rId224"/>
    <p:sldId id="916" r:id="rId225"/>
    <p:sldId id="923" r:id="rId226"/>
    <p:sldId id="917" r:id="rId227"/>
    <p:sldId id="924" r:id="rId228"/>
    <p:sldId id="918" r:id="rId229"/>
    <p:sldId id="926" r:id="rId230"/>
    <p:sldId id="927" r:id="rId231"/>
    <p:sldId id="925" r:id="rId232"/>
    <p:sldId id="919" r:id="rId233"/>
    <p:sldId id="680" r:id="rId234"/>
    <p:sldId id="928" r:id="rId235"/>
    <p:sldId id="933" r:id="rId236"/>
    <p:sldId id="932" r:id="rId237"/>
    <p:sldId id="931" r:id="rId238"/>
    <p:sldId id="929" r:id="rId239"/>
    <p:sldId id="936" r:id="rId240"/>
    <p:sldId id="934" r:id="rId241"/>
    <p:sldId id="935" r:id="rId242"/>
    <p:sldId id="930" r:id="rId243"/>
    <p:sldId id="681" r:id="rId244"/>
    <p:sldId id="941" r:id="rId245"/>
    <p:sldId id="942" r:id="rId246"/>
    <p:sldId id="943" r:id="rId247"/>
    <p:sldId id="937" r:id="rId248"/>
    <p:sldId id="945" r:id="rId249"/>
    <p:sldId id="948" r:id="rId250"/>
    <p:sldId id="946" r:id="rId251"/>
    <p:sldId id="947" r:id="rId252"/>
    <p:sldId id="949" r:id="rId253"/>
    <p:sldId id="950" r:id="rId254"/>
    <p:sldId id="944" r:id="rId255"/>
    <p:sldId id="951" r:id="rId256"/>
    <p:sldId id="939" r:id="rId257"/>
    <p:sldId id="952" r:id="rId258"/>
    <p:sldId id="940" r:id="rId259"/>
    <p:sldId id="953" r:id="rId260"/>
    <p:sldId id="954" r:id="rId261"/>
    <p:sldId id="427" r:id="rId262"/>
  </p:sldIdLst>
  <p:sldSz cx="12192000" cy="6858000"/>
  <p:notesSz cx="6858000" cy="9144000"/>
  <p:embeddedFontLst>
    <p:embeddedFont>
      <p:font typeface="Aptos Mono" panose="020B0009020202020204" pitchFamily="49" charset="0"/>
      <p:regular r:id="rId264"/>
      <p:bold r:id="rId265"/>
      <p:italic r:id="rId266"/>
      <p:boldItalic r:id="rId2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7"/>
  </p:normalViewPr>
  <p:slideViewPr>
    <p:cSldViewPr snapToGrid="0">
      <p:cViewPr varScale="1">
        <p:scale>
          <a:sx n="84" d="100"/>
          <a:sy n="84" d="100"/>
        </p:scale>
        <p:origin x="10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269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theme" Target="theme/theme1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71" Type="http://schemas.openxmlformats.org/officeDocument/2006/relationships/tableStyles" Target="tableStyle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notesMaster" Target="notesMasters/notesMaster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font" Target="fonts/font1.fntdata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font" Target="fonts/font2.fntdata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font" Target="fonts/font3.fntdata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font" Target="fonts/font4.fntdata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0F2AFAE-02E0-30C9-AEE7-4C6DAE2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6442C10-ACD0-AB58-6A75-3C7E3FB8CB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B5574F2F-06B3-2783-BC99-956078F015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742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EE7087B-DDA1-9EBB-83EF-8F75C34E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B83FF1B4-92B0-3517-8637-CDED5D3D3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171D689-1848-379B-D17D-AE192CCFE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245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D959779-91E0-84F4-77D3-23A1ECF7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DABB20AC-8A07-4273-027F-68C7CC2E8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89BCE7D6-DDAA-71F0-4884-CE4BF5816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969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278001D-6EE7-9E04-7EA9-02653FBFC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9ED0BFB-D85F-65D3-7211-467F39535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25B8C5D6-0D78-4165-6F16-A39A05EDB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9217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3D0D188-205C-B321-18DA-7861E6D50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C411FD45-C179-B1B6-673D-7AB773C4A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0C6C064-7E57-B420-ACB5-60660454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3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3020F04B-3204-9E37-B5D7-46EAE6D6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95F26D-C1A4-3CC5-EF95-20CB257938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862F462-D190-7BED-43E5-D39B68C11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308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146FB4-A861-AE79-923E-64B9C2B2F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83DCE13-15C9-A34D-77AA-20E64B0F9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0BFD855-0248-3021-2CA2-5BD419D22D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8589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CD285C1-B87E-FB89-3A4F-F5424420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819F7C5-6A57-1458-B53E-C2722CE73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4DC4E91C-8E9B-F7B8-48B5-E2CA26068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6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98B8712-9171-120A-7687-9BAA4F09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0E7DCA1-43AC-8E15-42DB-87767A456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1B1365D-0265-152D-79EF-5624D5AEA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3846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7030ED69-5EE9-15A6-41E3-0295E5E5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D1903EE-0F73-713A-0FD4-5897B4412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11CBFC56-861D-19CD-B5A4-0A415B036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086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ED2089-E4FD-E110-67E4-BAB3E8A9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DE9DB756-1CCA-2EEE-D724-3BA613AA4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F994A64-0D82-F642-DB86-6BA23DB8F4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139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AA270BC-5685-E635-D77B-551344814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12ED6CC-0853-D189-BCAC-BC840DDBB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E11E75C-1893-2FA7-AEBA-83220E6B7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3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6C8093C0-1F99-3F3D-1964-703F992C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79CBD14-806E-39E5-CE33-BE6FA38A7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4B056CE-DAC1-8E4D-97AC-F5532F219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2029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96A191-B187-6F47-57F0-617B4F388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81B959E-101B-63A2-75A6-09E45293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0B39CC90-7E5C-2DD2-169D-C5F4248FC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9617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C8C717-BE3F-D2C9-945E-53B835F7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FD6854C5-0F4C-85C8-D4D7-C7C0397462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56CA0BA2-E22A-F433-F99C-6B8F47DA39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37783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23352C-0B10-95F4-142A-CAB32E37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A3DCEE6-5CB6-4407-B55B-1F2BC02B3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25AEE71-EA0A-921A-55C2-4EFF58D49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88350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E7DC6B3-7516-1B24-67DD-01B4FBA25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8934A29-B5DA-E21A-BFBF-1EA8C68EA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9A9586D-4D78-F4AF-0C82-797AD541B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77190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9B17986-F35C-F31B-6A40-9655D8F5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CE6A22C-02F0-B95E-5DB6-BAB6D41A47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F993605-BCBB-E323-61E8-7E083507C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16733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EFBDB13-BECC-972B-569A-A257D08E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1BDCE9F-54D1-77DE-DFE3-27A2D6B4A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457D8DE-CFDC-93C3-F7C1-6182573A8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118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AE93F86-A5FC-C937-2526-F3FC13A5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AF15FA3-21D1-921F-18B0-0430FED22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442E6F5-EC70-99A7-F127-10221931F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682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CBD45E-44ED-6D70-0DA7-E64510CB5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2B66F08-34C7-9A6D-3A96-E74A61DCD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0FFF48E-FF0F-5F36-AFFE-1858A27F0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911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1BDDAFE-D09E-C38D-3FD0-F1490A226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51F7054-90CC-9E72-70C9-5F4285449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6292626-A59B-5C34-4786-2AE1A6DF1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9569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EB89BB8-4393-A93E-BB7C-82B2F5BB6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38AC6E9-AF4B-2456-31E2-AA60C4250F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8542647A-CE80-6874-2195-DC071FE87F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05390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DC1EB5D-21D8-5A89-7B65-AD64DAEC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AD2A2B8D-9791-797A-E09A-43934BE3FA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5DA0B533-7FEA-A369-F10E-63A9F9EEC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711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3E4C7D75-E995-E824-5916-874E0E72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8AEC9D78-EC4E-18D3-137C-8EE24C9B5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E38EF665-9D1D-61B0-E157-CBC26D5FB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22811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88621BE0-BF07-B118-059F-7932C336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C5F0F819-F551-8988-2B42-2977660A6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99A2B1D-0DE0-5F8D-6581-074E6B74A2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092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A57C50A1-A7EF-C18E-CEDB-5522575F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20BE40F-389B-53D9-ED99-3E291D1B0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3704F3A4-297D-1792-9225-BAD17AF10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50508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84BB858-4E65-21F5-AF4A-9375FDCA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F546EC7-A0C4-396F-4F05-7A671BDAA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1B3EB51-77DB-DAAB-E8CC-5F66F8C78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305400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4BC6B37-AA25-C413-42AE-B9DC161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E75097F-59A4-4CA0-A2BD-D980658CD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D792792-6DC0-F026-37D1-C3A8F24C6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8562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E0E1B59-21AA-8C87-5815-07FE9B12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2331E1E-8B63-C813-2ABF-F46507EB0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79E1A40D-8992-BB62-9572-045983F14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84503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44CAB76-B63E-622C-D12B-9B0282D57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0D952C4-6609-9EA5-C8C1-0818BBD07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C12D87C-EABD-D877-76AF-095278FC3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2474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F9324BD-5971-0131-3440-1836C145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C657D67-A117-38C5-7332-F8E705660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64A3E090-01CD-D760-6FBF-FF3C7539D9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5796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97D9E89-EDFD-3267-4569-7E6ECF5A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4152F83-9CEF-FE50-43B3-9289001D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353666B7-CCDE-FD0C-2850-5C62C7FFFC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79308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961D91CE-267A-79D1-BBE1-E8E2A55D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5E0F928F-C674-CB32-583B-C74C093E0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8454325-F8F4-1BAD-58FA-D072C680F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9515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D2C3684C-5EDA-4490-EDE3-4C15789D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7130DE1A-4276-B52C-17ED-52412EF1D1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D08076E3-95BB-CAAA-025A-8BAA842A8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189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85C8A73-7F47-26CE-1137-834F69BC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13B67FA-EABD-B706-3B5C-91B613EC0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87EFE64E-D361-C872-061D-3D81DE495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50302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CBCD31B8-DE09-B037-3FF5-68260849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85218C6C-B57A-7B8A-95A5-B46533FF17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A7EC187-9A00-C5D4-A806-69C31A707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6512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4FD5029-9E02-6F51-1BB0-1BBD3F7BB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102E330F-99E8-B7E3-A5B3-ABFBC0E2F6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EC8DEA19-EDDA-3B60-C5F1-2CA90B4D5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56979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D9BB714-307C-854D-8E96-918888F2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8005CB1-2408-9AA2-FB66-33009B0155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B5E49C6E-4244-F726-28F2-2F33D7DE6D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41553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D7D0AF0-B3C3-41EA-F028-DCE82E67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B01B00C0-D7F2-397F-3B07-7D31F3138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AD0CADD9-01EF-A800-BD3B-3AB5C64C0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1215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04ACEB-8EF1-2D8C-B93B-9BF0DF6FD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7D15D9-8486-AF19-757F-801AE5D12F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5B2EDB-C9D5-2760-7455-33F404202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4490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673FB8-8B34-FDAD-5B72-482FC4DA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F728C8-2210-4845-4B31-A725C10EE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E153F9-11FD-47DE-6930-0BDAA2CBF6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6516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5A591D-AE0B-8721-6022-B353E5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212431-A75E-DF1E-F603-758EC314A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E50DC2-EB72-3572-83A3-717ADD36F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90378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FCC76F-E9AF-E67A-CD86-85ECB4BEF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AB5166-B586-8CDE-756F-626E74847B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D9F5CAC-175B-791E-3210-99EEF546A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21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5DE5D7-489A-9A27-3930-AB13BE6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C0A2F4-4244-920E-78F8-7AD032E89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0B5982-B08C-02A3-0750-DECC6B7C95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542326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AD96F8-C2D2-F569-54C8-BA848AC1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CB0C66-2769-573F-A6FE-F2B73301C9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08E46E-8B8D-D86E-796D-EBD7DB0FB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84296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4D1C39-0F57-C5C1-1961-4938BA4C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78A141-D89A-5060-4AA6-6FBB84D8D9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FB0B78-0F6A-8CD3-0E5D-CE5F02CB7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12167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19F254-13EF-D65F-6E5F-302D82A7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32CC4-5996-7658-3D9C-74353AA53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10B30C-78D1-0A27-5481-DCD85A05D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44254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6EDD74-45B7-30FA-5A57-CC9FB3A0D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6DD890-1930-625E-A8C7-C2B279F43F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BAF8AB-2DF4-89B1-F933-6E6C22BCA6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415037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A5C14A-0B19-AE5E-B4B4-9FD39C6F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576467-D447-D551-2125-9C34E2A1F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FAE47B-04F4-9758-F799-BD672B0093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75649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57B5B19-9F07-8416-6B46-0DAB02E0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485353-E119-6F33-7B7D-7AF3EC118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E1D92B-7365-8500-9AD7-97AE86865E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40547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10A2EF-0E1B-626C-4FC7-7774E6D0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E7259C-5F26-9619-B4B0-B6A5E89F9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439E32-5647-2122-CE7A-C1C6F1E457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42939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B39C0F-4A9F-EBC2-AD01-566D8263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5443CF-AFD4-F413-7EEB-8EB195DCB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696807-1EAD-46CC-74AA-3D14F7F3AF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51301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C56DD3B-473E-35B5-B2C4-4298135B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F4A27A-B472-F1CD-9A13-2EC68219E4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6FF444-21D5-BFAA-79D5-CADABBD37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419348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57B672-E69E-F72F-94A7-C5870203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FE9901-005D-4975-7138-D10C64B76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D41979-F5E0-F062-9876-6FC8D745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129291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18EF14-4B96-8F95-F4E7-DF97D936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9A731A-AE07-DC03-D025-BF3D986610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43A483-B0E3-5F4B-D84A-E1ED2C0F9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79729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179820-D43E-973C-7396-C117E0980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3FBAC3-7EFD-52BE-99CD-6F2F6A460D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E9E417-3B3A-9DC1-F4E2-C67177EC2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9295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DD08EEC-2886-EF8F-B8D4-82AA78D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A371D13-A73B-EA3C-365E-614E612EBB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08836A-9C6C-9B35-1C7B-2531BC3CB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76681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02046E-837D-D77D-7CD0-3BFA6F79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93881C-E8D2-ED9E-6D1E-071F858F8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10F210-7252-6C19-D631-D438BAE19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44229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2CD9C5-A32C-AFC5-3134-99B829B3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4D7C7C-5071-826D-BF91-6BF8811E84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11FE51-A2D6-6A34-A105-4891819F7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377581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DF7B5E-607A-3962-641E-1EE20725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A7F103-5147-17C6-3F0A-D6DD4CE46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85B4F67-FE17-785C-F78F-432ED564D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31251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617956-D125-79B1-E42E-C1D16BA0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2B586D-6395-7EA5-42AC-924ACFFE0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C3376AD-1948-4DCC-9C72-1DA71F3D64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72227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05B45D-6612-A6CB-318E-01548E761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39D0D4-6717-E44B-5F2D-914916E42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643EC5-4C3F-A587-32BF-E5715C35D8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17022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E736B5-975B-3585-77D5-AA7FAFD3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3BD072-67C8-8FA6-3C50-9EC8ED1869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CA8697-DEE3-F664-2A8B-3267820AD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64363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E90EC7-1841-F90A-2370-C645D3CC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C7CBE5-EA87-DF8F-7E06-8ABF4038B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F7D9FF-EC7E-6F47-934F-D0AA84BAC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93799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344E62-7482-04F3-D1E3-6568A48F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B8C290-6B7F-381D-9D74-DF606F40E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A8AA52-71D4-D1EA-DFEA-07DEFF808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85544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06DAD4-41B5-A751-563D-FAFE30F9E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5C36D76-1FF3-BA93-1DFB-BFFABBEC2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5D67F86-A764-36B4-EB7E-D0ACB6A73E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53771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3C71697-8181-EA23-F59E-2E726675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B487B5-253B-927A-D012-88C302A39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43338BF-4108-CA2B-88AC-91A13E83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12904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AB5D2B-6940-86D3-2CDB-944DA8E0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6FA6C9-40EC-A6FC-222A-A6C13740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9AEA9BB-9B25-5D89-D3C5-AD76A321C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56945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0A35EF-84A1-B652-8863-2192411E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E56BA8-BB01-006E-549E-ADDADF7A5C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53B6B4-53E2-3A53-9E8A-FB1379DBC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30898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FFFE72D-C401-BD62-F5D6-CC5D22AA5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DECAE2-84E7-8BC8-9D14-D5E9F4F2B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331A714-E420-95F6-6ED0-C936F9DC0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592950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5ACA1B3-954A-5996-DD86-3B48D7904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74FEBC-C02D-F812-E033-41124741A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80AF0CA-CF6E-D4C0-D19C-1B5EEDD4F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37971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C48A75E-C7B3-7B4F-A33B-64098D737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F8FF454-B9FA-3F0E-E330-C4E19EA13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4F7E3B8-C5B1-DF3E-764A-C4D2C43A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408228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1F7B75-9A71-AC15-4065-A3C10C850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9746745-C351-D8E7-01D0-17CEF00FFB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B055CB4-07EB-B2D8-FB70-1318B2813A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4062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9012025-0B1F-D97F-F472-59DDCE0C6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7D25BD-DC9B-4C7B-AEDC-40AD7CC507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048CF3-2F39-7797-D2AA-278EA2FF7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40248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1B2B4F8-7E0D-D264-3141-6D127D8C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DB8ADB-2D3E-952F-141E-D971E55C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377504C-B26D-CBBC-A229-4D5DAE256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53213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1D7A4BD-53B7-E2AA-AC26-AB29B721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B263002-C7F5-7FB6-C548-58ED482E3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946AAD-817C-AB62-564D-047536B15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750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34E9A9-D678-6D7D-38ED-E84273AB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74D16AE-44B1-BF7A-8DE0-126946467B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38686A4-FFD0-B6C4-3D91-29CDA8F12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630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8FE6289-51AD-A46B-CAD7-FF0B3D959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4AB1AEE-2C53-9E0F-A655-4EA42C190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F8DBEE1-634F-57DA-3951-C5D45FE6B1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33571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D900AE-34F5-00E5-6147-05A9EFB4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26B01C6-8EA8-3615-4AD4-AB9C0AFF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C1C86CB-C5B1-2386-4920-96FEDD6CA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558259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A849DF2-73F6-2D40-F551-D2D82F930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C69D66B-1C59-97C8-EF46-E02B8DFB9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18304B3-3139-98DB-845B-3BF357A68F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5182335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7C447-FB8C-0748-2F93-774D17507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880703A-B653-A3CB-5956-57C2990DD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0A0BB53-CEEF-6095-129B-8442FB68D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2616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0B8B65-87DC-83DE-608F-D4C063542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175BD99-1292-23DD-3EBD-D52E4506D8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78FFDC-9085-A7DB-D2B8-ABD9DEAA9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51807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9E9DA7-DEAE-9374-EB01-AD53F7FC7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2785100-9DAA-AA30-2A92-FA32C7508D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DE9F3C-D913-EC63-3666-ACA70402C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572164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EECD05F-547F-7C8D-966A-104EC10C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C59AFDB-882F-6541-5A68-10E1AC4302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285442-08CD-25C4-BFC9-F2411E2CB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96322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D6BEE74-1572-A868-DFD2-36C182917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A11D617-59B6-889C-66CA-9354E47208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2FB97D-AC3E-5EB4-C0A6-4665F67DE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36627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7667468-8B0F-4717-772C-E4DFC266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2C711-5FEA-62BC-8135-D60A8B9673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8967AB2-DDC3-8098-3493-720EFC355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79897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92F6480-6F24-F819-E5EA-71174443E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04D573-1E84-00E3-BE40-664B9DB05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56E73E2-211C-2F9B-9E83-720B8E890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395268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0D7F98D-5CF5-52C6-00C6-10A2C1CD0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386F71C-8220-26C9-68ED-09196C9402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86FD0D-0487-2858-1C9A-62B63D3C9F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0087266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E4954FE-DCE3-05A4-7673-BC3FF8C7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3159D-EBEE-6E98-C899-A39B02B69D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863A0FB-7980-FD23-D1B8-192707694F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537016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A5DEFBC-F1A5-3520-4BEF-3BFBBC68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59A6359-F81F-C51F-295B-758B6D4744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FA5D9F-7F83-885A-92BF-E4BFC257D0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95733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C123170-6F8C-67CA-7885-0D228988E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7B05DA2-9EBD-8C5D-3A47-E4DE0705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1D2BC3C-5047-CDF7-5144-031A00B66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868533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B76B2C-8198-D0F2-131B-A8FA0F99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7A611-7EC8-DA6D-58C1-FDA8ADEC8A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BDAC29-13C2-C45C-5DA7-78CBD2855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9279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C5C7D22-DC96-2290-5ED6-FFDF3502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68199D-2A04-FFB8-6FE8-17D4BD04D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B5A9123-439E-D9A2-1A11-7BD1EBAFCF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253415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154627A-4037-1AD3-7950-08314252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8D6291F-30D5-8E73-9903-A899786BF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BEE85F-3736-65A8-975F-4AD5148B4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66576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E6BB0E-C9BC-1B31-283D-B76563CB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2A548-45AA-E3CC-B4A4-DDD960EED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9E3585-146E-16AB-F783-587B4A0C6E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9840066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E20FB6-AA1C-99FC-14A5-E7A68798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E3305A-163B-E385-6D32-72C9936D6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ECF106-73CE-0F8A-CFB0-6FEE32FE7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781014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0F8402-9DFC-9EC1-008A-6236A948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D37D66A-0840-49B6-914B-B23A2C2CC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FE08C9-776D-7597-8EE5-9DC5EE7F0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17279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F2C84E3-E699-A53D-1D3E-54A7C144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213ED52-2101-1FBF-638F-914FD8767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F3DED6-5D40-DE7D-E82D-A4B9738F2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298071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C20180-6174-7DE5-54EF-B8708562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C2194D-E139-182E-7CE7-294D6CCD26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B4E7B22-54BA-5836-32DB-2766EDEF3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709807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E0EF41C-FB5A-F895-EBFC-CDEF0D83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6CC1442-4213-825A-A3AE-6CE74C75D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6E6D8FE-9D56-5839-D8A6-0317AE9AF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94361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600085-5E9C-9AD4-40AD-7CA17B6F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9F9DF0-27F1-5E3C-3126-B7E3C40A7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F5B60CC-556B-EC84-8612-04BDFD74D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83146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B55B37-72B1-CB6D-7F9C-4997D244B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7610B8-5889-CEA6-FDB7-82D9EE9C3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EB65E9-F712-F352-865B-B31EC0035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51469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D4587D-F771-BCD5-12DD-03EC8A13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A74AC7-8CF4-2A54-E188-CF704FF30B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5C339C9-D970-D316-1CB9-B0A4CDBBA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635638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0F0D08-0110-6A87-7DC1-888265DA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F1314-571A-4B41-297C-FFFC24C19E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36839-C520-6FB7-CABB-51D9ED091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9345246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6AF8F8C-3B15-0331-E8C6-EEE30C6DA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3254BB-8119-D9E3-8451-79E5E85FB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CDEADB2-CAAB-035A-13DF-4DDBD57A5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6753618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05A07F-741D-8E3F-FB89-78AEC7D7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0B11C61-A033-FE3C-021C-E8ACDA3693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3F2FDA-94FF-EE90-530E-DF5BDD365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91952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ED9549A-09FE-4DD7-6048-F6551D25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700270C-094E-1839-1EA5-AD9302C3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2C00FF3-2444-4FC8-CE84-0F27572C3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413207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17B0577-8EB3-AD1B-F693-45B2F6EF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06F1ED9-5881-1428-6020-11AB32EBD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4E38AC8-1FBD-25D6-10F0-D98D5BCD00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38794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05C0036-3FDF-F761-659C-5F77C736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E38BC63-CBC7-04AE-A505-80346FC124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21A01D5-46C8-3A9B-7722-DEF5FB6B8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5990044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97385E-CEB6-A453-4414-C587DE5D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FB7469-DC31-A997-8F3C-82E00A5231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B31D7F4-33A4-3F56-1A18-6D202B869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643852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EA036F-9210-8DA3-2E4E-CA74B88B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AD1D43E-DD69-71EF-6B96-FD9A0016F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16847D-9955-501F-190C-C30C24468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328518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467E8B-525D-0271-A50B-92753FE3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DE748A-B3D3-11F8-FCA3-98669404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9E84E09-3846-B0C5-8D0F-748961F2B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334999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5F4B020-A16D-78DF-00FD-2EC1F1EC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56F78E-8998-D0E2-3A6E-3DCF9052D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82B1A3B-9259-9555-28BD-C723E6AF9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125658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D64974A-E9DF-9D2D-5B7E-459ED95A0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FEE37D3-6FEC-7849-A59C-1479D9496C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40F1FF-D607-C96E-32FE-1B2D57248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20746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346F375-2DE6-89F3-7361-28FDCC880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CA2E5-E086-8B65-7D9B-533BA0A7B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38BE347-46C4-61CE-03E0-D7874073BE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18210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32CC62-F514-25D7-B0E3-AA721456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FB7E8A-7933-7174-2F76-D143F1736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2CE47F3-25B1-67CF-667A-FD8F8D374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9821287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0672AEF-1CDD-C098-F436-D57BB5E4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475FD84-2A4C-EFFB-CB27-69F574A1A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45E7145-79EC-80E4-E24B-5AA68B393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8629984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1CA5FAA-9063-E4E9-49B5-878F8DF9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AEDE735-C39D-3A43-44A1-C9E25AE35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C554842-DDA0-BD91-C294-360839575B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51522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04B0CA-2985-9AA5-DEFF-5A1A77A3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47E356-ED95-7BC2-15FE-057035F690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E9A1173-27DA-3DC7-69EF-F1B1A973F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28528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648AC6-6913-21AD-9B01-B6C2BBEA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9F6C7-CD0D-65AA-73DC-7DA9DA141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AAEF04-4E7D-B908-4EA0-6C54D6E82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3876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0E0C45-EA19-F1E7-4BEE-A26D8CC70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5304F76-33B9-F9AB-B81B-53E1F5717C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2D704F-E3B6-F765-2163-7FFCA10EC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65566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4AC98-52DB-764A-E94B-C58E2481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3238E45-0051-05D9-E5EC-9FFB68E247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612647-7071-20DC-B4FF-9066D6A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91820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15C1270-FDCF-1AB0-414E-176EE28E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6C4932-8CD8-C3B2-8AAE-6EDB78FD56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DBC0FCD-14C1-A9C5-C3EC-A30C265A81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353659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2D9F95F-13B5-D541-B6BB-CBB275C5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DB8A2A-A347-CD34-E749-719E307C4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AC5591-DC4F-EF47-2CD5-9E0BA061F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26614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6534017-463A-F1C3-8F0F-38AA96D97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3913B9A-BDC2-80A6-D841-5356FE31B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C5C469D-292F-BBBF-23EA-484F1215C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651097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1CC6B9-B7DF-8FC8-4775-35DDCED53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85FEF17-6414-490C-E962-5EA50CDA1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421EDA-1D3F-8065-DCB3-1AB863FF2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806167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00A392-33A9-A65E-DC2A-5BA9352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6CF26F-B22B-4288-9950-73F9A2BC47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51B05E-2531-015B-CC09-C203802697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34109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FAA9493-1C5E-7F91-5CF7-8E986AEA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D70B828-2A5C-22AF-FA0B-FAB289A9A3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6849740-B458-3859-C565-B3E749BDC1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22483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AEF9D7E-2AC9-CA6F-990E-4ED1FAEBD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AFDFA84-FC2B-129D-4688-523301F28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A0A982-5D09-218E-269A-6C3047B09E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667623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AF2723F-8B2A-B798-EA31-0D82C3B7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A503AB-A216-8143-75F6-1CD0F3F89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C2F2F3-0CB8-A940-073A-EE26E9A1F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26134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272A204-9CA8-0A6F-5FEE-C8EAD8FB0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4B1BFD-8032-10C0-4A63-56405FE68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C30F752-ACE2-8297-F444-324ED109AA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04734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42127D-D548-B47D-F4D2-E3E42E3B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BEE0E4-DB1A-E8D7-ED45-CE8D482A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7499C5-FA50-1015-75D6-9006415E7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630484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FF0AD7F-B4DC-ED92-CCC4-8C5C4299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CB9734-C541-D5A9-4ABF-01D34CB315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7FFBBA8-F134-42AD-62D6-8F56EB9EDF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7406926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4033A49-E987-AD75-9FAE-7DE8F5B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67A2956-9FB4-7BFE-5577-2ED713061A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D59546-734F-ECCF-0BF3-14EA26B33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835319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2060C22-292C-D8E5-FDC2-EF84BA34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9A1A12-BAA4-900A-A570-8FA1DF54F2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0EC64E-903B-86D1-0D5F-F2C83BC03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9279040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B2ACC31-74DD-4E2D-3FA9-5D6B364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2DA746-53AF-CB9A-67F2-577C239B2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7D25A8-09EC-DCAF-3729-EBCE88626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03471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9A0D62-41BA-0655-5287-D99D1686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A5DB1F-7994-A068-29BF-62C045AB6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4A78B6-D991-5BF3-277C-2D6A6BA11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218744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0821F0-E018-EB39-C5FD-A20EECB3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A33CC8D-D2F9-02D9-C7AE-3427EDFFBD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EEA0A6-8DC7-2C62-2165-AF5CCB092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2711954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E2BE5B9-DCDC-B995-3913-FA3C5CA6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F31F0A7-697A-9C0F-887B-D1B02DA24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DE32447-FC9D-C63E-FFFB-31287CCEB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490182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D7D1717-E396-AA69-BDF5-7BDD2C23C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0A5DDF6-3B0D-02BD-2BE1-D93F6827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A6F36D1-BDF2-B023-D120-C9B857D6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5815239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C4AD19-B37B-BA6E-B5E7-2C386291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B3EE2B-9EDE-F405-2A47-E14751CA68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EFCC223-D6E0-92FB-4297-AADCEDA4D8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57310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EA0457-88C0-7FCF-03C4-30DA59F8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B8D73E-B2AE-E931-0438-8CE03ABB3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4A775C-5CB6-51B3-0EDD-0B990F1DD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12639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5EA8BC3-71CA-51DC-FAD1-A16739A4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B141DB-3D68-2E7E-AA1B-4C1F63A59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06C1BB-33EA-28CD-7239-3CF2643B3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0761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76C91E-B7AB-048B-0D53-CD295ECA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B3C9D6-E8E3-D58C-BDE8-22971D402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A76E9A-7AB0-3CE2-59C2-F5E415FCF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00113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D1D241-971D-FD4C-BF96-7CC6E05D2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056F5D-6E26-0D54-A633-464599D5E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477B593-47B6-0BFD-19AD-0A8981F88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3028874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9908B0-12E5-8193-B9CF-20A7C966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DD1299-6E54-A9A3-0CE7-5B8981197A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8A0B08-EDA1-36E8-8B23-73DDF59A49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530261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BFC85F-06D9-F074-6F1D-985A7EE3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58AD84-B6A2-EEC7-D645-123449FA48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3C1B69-6C38-AA31-9AC4-6475C561F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38495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697EEF-BA0D-7121-A98C-730DFF9A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378DC2-9C52-A39A-1A13-9D7CCE251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F353F8-70B5-F296-CB98-FD19B06E7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321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53FACF-33BB-96FD-BEB6-2E593D44F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B9A4A2-A19E-812D-275C-ED7A1B46D1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96D6AD-4B75-B7A6-BD83-BB221B656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45672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CF06EA-E9A7-DC94-90A3-727A8279E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AF2455-EC5E-606B-1AD8-2CBF8E7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CF7294-5F1A-1EB7-5CC6-0A7AE7A76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34052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D39C1B-249B-69C6-3D5F-201C1FC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1930B5-C1A5-E8F9-C9D5-48ADE9310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C88644-B0F1-2E87-E9A5-1B9D1C9E9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371923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758CC4-E19A-C2B9-9EAC-6CF1D7C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2A7245-1B02-DD95-815F-386571A7B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4BB23A-BFA4-CF13-2FCB-0843C515A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056090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0EF836-89B1-452A-4EEF-11DB7344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D450BB-5135-7ED2-AC53-DB367AAE8C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A8F78-7A9C-11A7-DF04-EA7E91D58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933900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613A92-E9D4-6C9C-E407-FC41F206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9C5939-CD67-8991-B31B-7ADC550D30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F76FC0-6CF1-74D3-D99E-FBC0609F2B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530894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18B382-BC89-2F52-C622-6CD27A45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5755E5-D838-625F-CB7E-864B98D3C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C40F56-1A38-C586-9943-B68F8A77E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4966108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F59449-5A8E-A1CD-4371-01D97234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DB4FB7-BEE5-B5C1-484B-3807954EEE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131CB97-C513-F863-482A-23FACFC95E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275076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04F0B9-2696-6555-0690-5DEDA6ACB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F6A1C3-7B8B-901C-9F20-54D317F276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AB862-0C15-597B-AB3E-60B45CFDE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22890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91F55C-3E68-1D6E-35A7-58B1458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794FE4-5D75-3CB9-A9F5-FB9B39689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1F4977-27F6-0D39-D799-67CA5B82C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331886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76B94B-059B-9B5B-3C33-66D8AE4A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994F95-D6DD-5FC4-2343-3F6E77A0F6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2B3466-1183-2EBE-A03E-C2C84201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8011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4C7227-193A-D4ED-6820-A3C67C2B1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D2F0D24-5BC0-17CD-ED6C-49493FC5B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898FAE-4D9F-2BF9-158F-CA7FEC12C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87064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7B634F-0E96-D6C4-80E7-45717C201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3B6A07-8A97-E49D-940F-928DA2268D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DBEC66-0596-D467-AC31-73F94CCA8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5426435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3.jpeg"/><Relationship Id="rId4" Type="http://schemas.openxmlformats.org/officeDocument/2006/relationships/hyperlink" Target="mailto:ft14968@Bristol.ac.uk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hyperlink" Target="mailto:ft14968@Bristol.ac.uk" TargetMode="External"/><Relationship Id="rId4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hyperlink" Target="mailto:ft14968@Bristol.ac.uk" TargetMode="External"/><Relationship Id="rId4" Type="http://schemas.openxmlformats.org/officeDocument/2006/relationships/image" Target="../media/image3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hyperlink" Target="mailto:ft14968@Bristol.ac.uk" TargetMode="External"/><Relationship Id="rId4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9.jpeg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9.jpeg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9.jpe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25A92-1A75-D4ED-3E1C-5DE40B754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BCE20-C790-6F09-53FA-C6C5EF4D6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04840-E150-92F2-3652-3901EE27B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62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F3FE3469-F5E6-BDF7-C427-C2A1BAC7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A2A384-75F8-639A-22B8-1B8F920C3F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156E641-FBD4-8915-ADF1-E0AD6C2D0F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14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02E13B1D-3FC9-CDCF-B621-F44D3C27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4961A55-6230-BE59-34D1-6C56EFF59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1CFDCE6-EFCE-D3D8-10A5-2CDA723E556F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14148D-CA8E-D08A-F18E-D232AA828A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36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33DC3681-F82F-FF92-6E94-0716C039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D094BA-335A-466A-F3F5-031AC250A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E216A0A-6BD0-A7B3-9769-E10AE223F500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DF63133-93BF-0E30-31A3-09EE3B1AF6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32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D314658-6C1B-C554-92B2-1DA2C54BE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102594A2-90F4-3F6B-5C54-1D96088BA7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E93EF28-6BB4-B2C6-A99C-C4A43490FA56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8305F49-CD06-EC9C-8468-B005508CD9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216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6E1E8F39-21B4-8B3F-F238-5A547ED5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B87C7AE-604E-27E6-6434-83887BCAD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E0AB2D9-6095-F40B-1266-C3E495CA8D47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3786097-7A28-959F-824C-E2FC0F0B55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643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76699DE-7A2A-6FA0-6D68-659FDB96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9C8B637-6883-A1A0-C055-6CE833CAB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C73F38B5-02AA-5D8B-DD05-E224C655F5A3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259ADE4-8ED5-48CB-7911-53A4991370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671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9883620C-DE2E-8E81-EFE2-521DCC59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A0F1EB6-A6F5-D2F3-E552-D3D18E950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FAA2D3E-7D18-F53C-6BC0-E9BDD9749AC1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</a:pP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B590CAC-2EE7-970B-B72B-55C959BB43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526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36FD850-99CA-830C-588D-35977263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4C32E09-5B80-A992-3EAD-6DF767D44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928AE417-AFE5-0EA2-5B1F-AD0609D51D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981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CF399CD-2236-4B9B-C849-0A482CAD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72335B2A-C221-5E0B-3BDB-A44668E32D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F3D2F8B-A9D5-5139-3D73-70E61F0BD352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1335B314-E29B-F281-6ACC-927CADDE65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08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47BDC5-B661-E108-E69B-4074AD6A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5133A63-E220-9F1A-AE40-905F384B26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28AA48C3-0BFB-B620-2B16-30CDD20E4E8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50956FAE-86C5-D7AC-7FAC-BC172F8CDE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8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46DC3AC0-71D7-85C9-3F8A-F2AD13F1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48E85056-7278-C572-7549-732D51F846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EE9F2D60-E4B7-9325-7A98-2A6C20190A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FDAA61-98D0-74F1-A8D2-CC3C645A28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663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0D1DCA2-63EE-704A-4BCF-F8A81522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E0E82051-3812-9896-419B-2AA5456731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FFB123FB-F760-2E76-A95F-14BE13378FCA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F5A98A-FF70-F569-4225-1DE0E976EB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8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3F480B39-1292-33B6-DDAD-9035A4A1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A65CA398-696B-2900-C642-3EF8D6BD6D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24A07C6-8E02-F516-595D-A210DE5550D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4093C19-88FA-E402-3BD2-3A56D2E989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02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44A6F01-96E7-9A25-3C58-C6FD862E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108EDFF-9573-F148-4E66-9FCEAE287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8E88D40-D0E7-33B4-CFBE-4859DF0D9A5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59A22C-C529-AC5B-AC4E-7CC71C23D9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627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A214F940-1804-6423-6539-36959C638E51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A4B785-D70D-8DE2-87A7-2796E9349E36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501F409-0002-0A19-E448-93E6950FA9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D6C6A-3C93-D8A7-35CC-0DC4163BFA07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DBCE5DB-7E98-C976-8236-1695F41BC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D42665C-C594-AC8C-A227-38F568D2BF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FF80372-67F6-83E4-3618-C0ECAEA527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FBF513FE-697B-05F1-8869-CE9BFCD990A5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28401D92-C44B-A6EB-4212-C7E7225D19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D7F9358F-0BDF-7129-AD07-5AD1ADA959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97404-3E88-B53E-C183-2E3421528541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CFBF0-4510-B142-910A-F8D044443B02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</p:spTree>
    <p:extLst>
      <p:ext uri="{BB962C8B-B14F-4D97-AF65-F5344CB8AC3E}">
        <p14:creationId xmlns:p14="http://schemas.microsoft.com/office/powerpoint/2010/main" val="2140704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DAFDD8F-6B4A-0A27-35A6-147092C6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010F4E8D-620D-8BDF-BCEE-A6D829D608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6CF4370-C895-4216-ECF6-E117FA979B4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(Tuesday)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97023CD1-1999-4E12-DCE7-4B8A4C170217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7094D4D8-F3FD-97BE-F591-27722E95DB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A76F6DC5-FE31-9ABE-E2FE-035A4F3C0A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A4B6D6-C41F-8316-46CF-563C1FD4A28C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94258B-58B6-A9A1-0F2C-8726523311FD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</p:spTree>
    <p:extLst>
      <p:ext uri="{BB962C8B-B14F-4D97-AF65-F5344CB8AC3E}">
        <p14:creationId xmlns:p14="http://schemas.microsoft.com/office/powerpoint/2010/main" val="2378484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(Tuesday)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(check calendar)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1840BD17-F852-64CF-ED8B-54CEAEF8AC70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6931135-1154-42D3-8B65-F1C3569E0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AC7202-07E4-4EF7-7045-93B8D0BC58D9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E86ECE-ED34-59A7-05D6-BE7F6F4F84B1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78467F7-F730-4BE9-2115-1511DDA80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45CEE5B-D9D8-FF03-04A6-0094CDCE99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9E39EFF-B496-92C7-3E6A-B4E8528A7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8646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F2CDF4D-48A9-3DF5-C3AD-E2E9D5EA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4753CEC-22E3-B117-AD64-84D471B36F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F7686960-720A-2061-DA65-91D06A1D87DE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1364460-0DE3-423E-0D24-A9CA2FA8E9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860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A90C01B-F2F6-80F5-B950-B33596CD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D559A18-F151-77EB-A6FC-F124DC9DB6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C4CA8EB-F5D8-CC6D-8551-73DDA5BDA7F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3AE301B-F1F6-5F2B-B5DF-765482D9C0E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BDC4AA30-E3A9-BDC2-4277-98CA1962EA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1592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2FEEC64-DE48-4044-530E-20EBBFC3C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A89E450-6B7F-43E6-F860-68CF13A856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FAE4EFE-E76C-1E4B-93BE-944F6A5BA39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39AFE29-73E4-2967-301C-F95689F3C943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63DB839-2C19-CBE3-6CB7-46E4F8DFE5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464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2AAE8BE-6ECE-00A4-75B7-47BB2B06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CB872E-7D88-B5FF-A30C-76EB620C7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2A62C984-AFA7-4A79-DF07-EDEEC0A2517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1E15C0-BB88-5337-38AF-C285DA4726CD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80053E9F-14BF-DB1C-0669-967776A049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7204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70056A5-E86F-F50C-4A81-AA6FFE13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23A1BF0-32F6-CA85-D5FD-4E1D84CC2E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F167A24E-2AF4-6E44-2B17-95DF2DE9656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DA2DA3D-E9B4-AB72-82AD-AEB16032136B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3;p17">
            <a:extLst>
              <a:ext uri="{FF2B5EF4-FFF2-40B4-BE49-F238E27FC236}">
                <a16:creationId xmlns:a16="http://schemas.microsoft.com/office/drawing/2014/main" id="{AB5B1149-774E-B4E4-4F89-FB1D4CB9F57B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5841B2F-BDB7-2562-0089-EA8649F7C9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6446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CFE8BE6C-F6FC-FDD5-9E23-7140B962F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FBEAAA6-A0E1-B3EA-8C00-97C1DD075E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B7B6AF-9E0B-2D43-61A8-8106B36F48E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E6FAF5-A79F-4729-4AFE-723B1C01AF35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0FB678-DB31-DD29-3045-1FD16C5858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5938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0F8593-079F-F768-AC62-38C79F50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68356AA-8D89-553F-E6FE-B1CE524FD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C4CA163-08F7-950C-AC4D-D8E7240B8A4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6DD2CD2F-9C42-ADA0-71D1-8271559E769C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5600C79-1F8A-593F-F223-59ED3B3EEAB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F24537-66ED-E631-A87C-0E5DDB6AEC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034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F5083D3-D32B-748C-4F55-83250F0D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812817-6A0D-0C3B-A82D-1A8EC81D22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DB146B8A-6DB6-1CEA-65D3-C627E1D12D7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51A988BD-372B-E4D0-3F84-A54F909E9CF7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668364F7-0F98-4AF8-E1B9-93B59297E5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>
            <a:extLst>
              <a:ext uri="{FF2B5EF4-FFF2-40B4-BE49-F238E27FC236}">
                <a16:creationId xmlns:a16="http://schemas.microsoft.com/office/drawing/2014/main" id="{A00B3F3F-01CF-947C-2AAE-4B7250534E09}"/>
              </a:ext>
            </a:extLst>
          </p:cNvPr>
          <p:cNvSpPr txBox="1"/>
          <p:nvPr/>
        </p:nvSpPr>
        <p:spPr>
          <a:xfrm>
            <a:off x="8984325" y="4557500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this guy!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>
            <a:extLst>
              <a:ext uri="{FF2B5EF4-FFF2-40B4-BE49-F238E27FC236}">
                <a16:creationId xmlns:a16="http://schemas.microsoft.com/office/drawing/2014/main" id="{14588ECE-009B-88BE-5EFF-2B136AC29039}"/>
              </a:ext>
            </a:extLst>
          </p:cNvPr>
          <p:cNvSpPr/>
          <p:nvPr/>
        </p:nvSpPr>
        <p:spPr>
          <a:xfrm>
            <a:off x="9639500" y="3483725"/>
            <a:ext cx="693000" cy="447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17">
            <a:extLst>
              <a:ext uri="{FF2B5EF4-FFF2-40B4-BE49-F238E27FC236}">
                <a16:creationId xmlns:a16="http://schemas.microsoft.com/office/drawing/2014/main" id="{41B0148D-E561-A228-F349-55BFA2CB46B8}"/>
              </a:ext>
            </a:extLst>
          </p:cNvPr>
          <p:cNvCxnSpPr/>
          <p:nvPr/>
        </p:nvCxnSpPr>
        <p:spPr>
          <a:xfrm rot="10800000">
            <a:off x="9986000" y="4006925"/>
            <a:ext cx="161100" cy="626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5FB1172-C7FB-637F-5DF7-16AEA2C43E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219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F181BD1-CBE7-1693-77F1-1E085FDE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8DDCA9B-1B36-8919-D431-C10CA47DC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028D76A-ECE2-6A58-D5B8-B0FB1A24610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270A7F48-206C-B4C7-ECDE-9C9B4364A52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27ED3E6-18A0-0E6E-0BC0-BD0F43A7B6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1449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F44D02-D605-D731-E295-15B4B074A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0CC910-9835-BEA8-4D65-1AA70778A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1B2E1D7A-28C0-C618-A017-16571062DFC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59CCE88-B1BE-A2CD-CCC3-43AD65DE962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ACE3961D-AB83-56B6-7B6E-6EF4F7B873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0469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17">
            <a:extLst>
              <a:ext uri="{FF2B5EF4-FFF2-40B4-BE49-F238E27FC236}">
                <a16:creationId xmlns:a16="http://schemas.microsoft.com/office/drawing/2014/main" id="{75AEFA46-1C87-6FD4-B142-4BB7451440EE}"/>
              </a:ext>
            </a:extLst>
          </p:cNvPr>
          <p:cNvSpPr txBox="1"/>
          <p:nvPr/>
        </p:nvSpPr>
        <p:spPr>
          <a:xfrm>
            <a:off x="3592450" y="5671173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CRUCIAL TO CODING!!</a:t>
            </a:r>
            <a:endParaRPr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2EB2B0C8-A517-9761-DE21-0759B645F79B}"/>
              </a:ext>
            </a:extLst>
          </p:cNvPr>
          <p:cNvSpPr/>
          <p:nvPr/>
        </p:nvSpPr>
        <p:spPr>
          <a:xfrm>
            <a:off x="4247625" y="4597397"/>
            <a:ext cx="1848375" cy="24410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" name="Google Shape;137;p17">
            <a:extLst>
              <a:ext uri="{FF2B5EF4-FFF2-40B4-BE49-F238E27FC236}">
                <a16:creationId xmlns:a16="http://schemas.microsoft.com/office/drawing/2014/main" id="{CA6FA025-BF9D-21A6-75DB-A9CBB32E1038}"/>
              </a:ext>
            </a:extLst>
          </p:cNvPr>
          <p:cNvCxnSpPr>
            <a:cxnSpLocks/>
          </p:cNvCxnSpPr>
          <p:nvPr/>
        </p:nvCxnSpPr>
        <p:spPr>
          <a:xfrm flipV="1">
            <a:off x="4755225" y="4916333"/>
            <a:ext cx="336539" cy="830965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38BC1AA-B410-04BE-D243-59F7BF5E8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101E63F-C489-6868-3E9A-FC247D2C58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8FA4C91-2535-4276-2290-14F7A8E363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0EC1A91-6C60-03B6-2298-85ABA28295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87BAFAC-CE4D-A436-E9D8-C44017201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24044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88DA866-427C-02A1-A8F6-648431FA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278477F-15E5-CC14-C4AB-9431D051DE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BAB4A46-1F50-7692-90F5-EAF146648DE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9D32538E-FFBE-F6E6-6641-E089179CFA30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F2B0DBF-0F3F-B189-9BBF-D07C4A01AB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6980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0806516-31FF-5A5C-01FB-5C664275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79ECCE4-84D8-5BA3-EEF0-7561809FD9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A89239B-EFAA-1E0D-A0A3-056960A07CA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0E235B48-3AF9-F441-948C-349AFF3C0AF9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3850C64-A7DF-979B-CBC2-2B7802E97F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8223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3CFEC64E-0995-9FC5-4AAE-8321ED962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6936E95-4891-0E13-F5A2-514FC76C6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628FB698-3F42-00A8-2E00-064FC4A5A7D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21A93BA-19B6-E9E0-812B-4ADFC35BAA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ED95D0A-8FF0-A92B-E429-9388733263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11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9DA2EAE-FCDC-3FAC-6B9A-8DFD6BEAE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1312151-70BD-48FE-50F6-2813B1CE6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042700-7E98-AD04-D530-9112A6BBC6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87401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0EF0B2A-A879-4F7A-3001-0791E6FA8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F93596E0-E5E0-CA9E-A625-3D0CD333D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13D8778-EA1A-095C-4D17-6284F529946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B67A70-248A-F18A-F2D0-74D4C2F416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2D27401-2352-FBED-D975-FB20764D1C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4219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852087BB-AD88-068E-BFCC-1018CA5D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7EE090E-823A-0652-B502-2EB892BE71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3598C512-D2A3-30D1-621F-1828B5DCB1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9966A9-ECB3-C89D-D6D3-DDC1BCB20D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F759C2-5ACD-7E69-8FD9-E9F60FCFEE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3842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D07EBBC-A504-A360-AC31-122425C9A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4FE1233-823E-CAF3-6A13-F9757948F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416EE51-CEAC-3EFA-07CC-AABC1B2CEDE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C854C7-1AB9-48E6-2AFB-B6D44A605C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A5898D-22A7-6674-BEB9-069A7F7F36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9293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954F4D94-4FAA-44B4-944A-8E981448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85F28287-33D7-9DCE-EED7-A675FE6BB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A5C7094-6D71-AF3A-E834-1CBAB3CA0CC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646EC2-4E03-42AE-6A75-627CFEF8C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63E6F9F-6D6D-4828-0253-41FCFEB825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5465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1499F86-21E1-02D6-F9C6-52EF08C5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1F9E4B1-C47C-FA0C-9030-ED0DA1BCBD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E98C7047-9500-C8ED-02B7-91D7D583D7E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81C996-14F6-5304-5DE0-90689CD7E6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2A6C08-964A-C3D2-627C-A983530F0A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2334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71C3221-6585-D93E-BBAF-2FD0958FC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9557FCD5-7E02-44BF-D10D-8B4EDB757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785D976-26F5-C610-61C2-E011A112275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C4FDDC-B95E-503B-7D6E-B0634CFB7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A56285-67AD-E869-3C22-C604C3E2F6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9453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108A7B6-CB3A-A106-B3DE-67443B33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CF73BFE-7258-10C6-AEF0-DB639681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C33E1EE-1A8C-7BDB-5425-DF60298C199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C1AD87-0055-AB67-2995-07D51C1543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3585E8-2B8E-1EF0-A03C-B7114315E3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26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E8754B3-EF8B-6C17-316C-21486D53A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145DD37-43D0-5D24-7275-5E166EF81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CE27367-97FB-5F99-CEEB-5E47B10F19E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F9B7D5-C5E8-772A-BF7A-6D7E847FD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E53097-A181-8E47-B19D-09B085BA62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55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615A57-F34A-1DEF-B858-A74ABA7BCC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5F7882-EB42-1836-0D51-83E7445B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A23979-573A-68A6-11BF-DD9C8D5776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39614CF-0FB4-1FAB-1023-B1CCA7FDDA4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93C88B1-A9F4-CC22-30D4-CFCB1FFF6A1C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DD4D4E-B29F-7F19-0AF8-56B73BFAD4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631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2D2E58-ACD6-01AB-36B0-B7AAE884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108EE0-01E1-80A6-F038-AA5DD3A06C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329396B-5036-68F9-42BF-E6F932114C1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C9B02C3-12C2-DB4C-88F3-3355D075F5A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27190-23B7-88CC-159D-295732C334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377C32-50A9-748D-499E-06AF891B33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5165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7F374A-539C-52F3-DA7C-73C370FE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E55FC9-D879-C538-4B2E-2B94DC76538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46E706-1B23-5F82-05F4-0A414D0780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AD832AD-FE31-2052-3704-F279A6F9113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90B4D7-7DC2-E377-D0E0-7DCEE0B826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47069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7FBE5-BB56-393E-22B2-20E78CA9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4CEB5E-BFA2-F92B-B0E7-CF84D8C4881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A99EF7-3C7A-9722-AEE6-BF16056D92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4393890-3BE2-D448-E393-F4A1D973BA4C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5440DB-0ED0-581D-31B0-B1F71A7367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10532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D064FB-5594-6902-2BEF-95576013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B8C825-F73E-2DA4-0D14-7F7C5AC040E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68E1D5-842C-4E5B-4A4A-C249F5C20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423845F-DDDB-B28A-5652-BF4C3CA829E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E68EB0-99F5-B3E4-8B41-DB7D2E69A3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9610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27A6791-3D1C-F34C-0CAE-43714262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8158C6-AD9E-75E2-9D8E-25294A49FD4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26472-D755-B282-091B-E856EA21D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A8A7E8B-EE2A-FB82-2EB7-D3C4DBEF493F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E862E2-552A-64B2-0658-9E4CAF7BBD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8D60E-D516-8A1D-4A8D-05E41CB419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06145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1A6269-01AE-5F1F-4655-65A22686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83BB1A5-678F-E9FA-669E-12E07189AA2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3EAD7D-3EBD-7B2B-F222-65D0B1E9AD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28150EC-235C-9A3A-AD68-71997FEBD1D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EE3750-E48A-C116-BA8F-41C29A0DB5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502CB7-96E3-A15F-3EAF-4EB777AFE2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92138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5B5EB-E69D-CD25-B0B3-8C3C1EBE956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77EF8F-EC5A-6400-D3F0-5EA39861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08DFDF-3ECF-AD49-8778-AEFF06E149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8ECD2-F683-E9BE-83D7-CC3432C99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A2EDFB1-6D0A-26AE-AC00-FC7C7CC2EF8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3DCB8-B1C2-9DF1-9014-D5205EAB1F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E29D44-82EA-3CCE-2497-A40F5D899C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22741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11E6AA-898C-5D4D-0F2B-58FD9CA3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42CCDB-3A9B-379C-7B33-EFC89B92BF3D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23137A-CD0A-51CF-62CF-A89E34B77A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BEDDDE3-225B-5EBC-5BCB-DD1734CC53A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84FFD-6061-D94F-497B-14BFA581D6F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AFFCB3F-B001-6C89-DA63-CA4FCB45A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5248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3CDB18-8FC0-C7CC-AA80-56A0C19D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554D61-A066-5507-71EA-68B3612D52A3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2655CA-A480-B009-A0FB-A0FA31C5D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22BF6296-EAF3-9C42-96C3-5981C186929B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4F0BF-1C83-7525-C2F8-B0523EA32E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E8631-8DC3-9CF8-0C5C-45533D7C41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DD9D3-9845-FCBA-9FC9-B7E3166C18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2142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AF5F30-E1AF-51A5-DFCC-13BD31D2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585939-731E-2AE1-1295-D6A5B9E8D3C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270C0B-FBC8-0865-33D3-CEE75FFCC9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3560D6-189B-4789-EB8C-A070A3C701D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25F17-EBF0-5306-DD3E-F58B7F382FF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3445A-A52C-2865-C4B9-CEDFDE5475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36;p17">
            <a:extLst>
              <a:ext uri="{FF2B5EF4-FFF2-40B4-BE49-F238E27FC236}">
                <a16:creationId xmlns:a16="http://schemas.microsoft.com/office/drawing/2014/main" id="{9D60A045-3757-43ED-5342-24154AF35C62}"/>
              </a:ext>
            </a:extLst>
          </p:cNvPr>
          <p:cNvSpPr/>
          <p:nvPr/>
        </p:nvSpPr>
        <p:spPr>
          <a:xfrm>
            <a:off x="7175500" y="5589210"/>
            <a:ext cx="1020233" cy="35605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CFD6FFD-A966-E1C8-4DCC-5C8614E508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1957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695AD6-9A6F-6C42-10B1-5D48106B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A1C03D-1EBC-B469-4887-0C8F909F3A1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5C3934-571F-AA9A-876F-AA76FBB1D0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8587DE5-F582-CC7C-99B8-7BDA38FA70F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3ACA8-7A53-DDEB-330F-EE2DE48AE29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1C31EE-B974-1649-1BCD-31FC1E8BD1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3D034B-26E0-1043-9254-A2F1CA33805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AB3BBA5-F807-5BFA-FF9F-43775B93FC4C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338072B-80E8-B688-44C3-C1E54F2773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6401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294C23-BCEC-1A88-CE71-BB972497B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5241CE-7A67-68D1-FA79-F50CDE08C198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F21BD4-919B-EA29-DBB7-072575B821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94E8FDD-605A-4A61-0BBC-F2748DA9B2B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225A4F-06CF-5A5A-84B7-80B8783B4E9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A24E74-246C-C1F8-DFDC-D8F1776123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908801-E04F-3C66-BAC8-7164D739D65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76BEE5C7-C533-2AB9-F8C7-623047567E3B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708FAF-CC6A-3374-7756-B2B0E20AB1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2738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1FA688-2D8A-A9A9-567A-3EF87B81C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6B10C4-1C87-EC82-1176-F07CC056C0B4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337159-DF8C-275C-7E05-C2774268EB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D9EAD36-F19C-89EC-7B3A-204352777D5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1CCB83-6F4A-D850-197C-4B5446A46E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CE97DC-A471-6723-F21E-1DC1620723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BC672-C118-BDC0-C85A-F1453BAC3B0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06AA7F-C779-445C-E2F4-157979D482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58091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857C75A-DFD6-DE61-61AD-1A6AA4A0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E94040-610A-52D7-E4CA-2A5D3C0B664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E9BCFB-AC0C-53BB-0457-FDB064E643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906A689-B81E-B429-6EFB-3560F417CBA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B1C9E-2E22-0C18-B940-6E266A6A417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261690-E1C0-4E82-3C0A-600FBAC4526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33D658-6395-85A0-DF36-6B18D58BC5A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E14D1E-A5F6-7CDD-4E84-0DE3330A82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53793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36FD67-E622-B8B0-C7C3-2F75E897E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954D1EA-C142-1A06-CCF8-276D36CB4E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1DFA6CF-A72E-876D-D99A-B48042375C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BA32C16-5979-38F6-FD0E-AC1150EBBBC6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20CBC1-B13B-031E-BA69-2A7BAB2BD7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13AEB7-1E13-14E4-9C86-301D59B983F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F2708D-E3CD-F9A3-9D7E-131D81297FF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574B88-02CB-9E29-0EAE-B3EDC901B1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71358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CA1E83-9B78-E9D4-33C2-E4AFD092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49A4BB-DCC5-F8AB-7382-0D3407D9A5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0A1846-BBAB-826B-9AA3-B3464E6D1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707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5FD407-54DE-8E7B-A98B-1218AC4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CD0171D-14E8-ACF0-E779-E7D62A0491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F531A3DB-E7D3-28AA-D111-A3702260F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378148B-2A71-121D-9E01-D5287284C0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4839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43ADED-E778-C3B6-0906-209B60A7F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E7A3FC-2A21-8EDD-315B-2A38DDF46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B3036DB-63A8-2F48-172D-44AACAD0F16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35E70-777A-FA6A-C96E-A251C5857C7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E08E5E7-A9E5-B506-169C-C8E916D35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239F59-B3F0-EEFE-D5FD-EC774B673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4915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9938D1-9424-4391-349A-A199FE53C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594740-D7FA-9977-E911-870B64D939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7E61AAD-35B5-E550-CCF9-B7729A4D026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C01AF-A6EE-9622-E7FF-97D82F9202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81A29DB-6031-9282-FB77-B27D9ACFD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7A13897-77B2-131E-010E-65E62E19BA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44655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E952C9-739E-DED5-CD21-8F59AF7E0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D6564C-3955-96F2-C476-9277D5A0C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D3D7C274-020C-66CE-BA4B-100FA468E5D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C2670-CD6C-FEFC-11EB-879EBCBC39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DA3E3393-1C9F-5882-99F0-69F9E187D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5C36227-F90C-57CA-0B82-B76582DA6F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4990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071E4D-FDAF-A90D-4A6A-6DF9BF9F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E428EB-3162-CBF1-477F-ACADE86369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E46A6F7-A6D7-61F8-18E3-418F3176C68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6C8D5-8638-DE26-D961-744B3B9E15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40E3F19D-2542-C884-2E3C-8D5897D4D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877E6-D181-FACD-8A3C-94A6BAAE42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5912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7E514-C4A6-6935-D48A-C1E3EA58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4BA0AE-92F8-7498-6217-ABE5C7C19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FE8FDB-D13E-E067-DDDC-BB97BA214A9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10CF-CFC8-1966-6556-20A120A0C3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651D4C3F-E49E-C887-D5D2-0F76EFC6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9EDB55-33F8-E95F-D805-E6F6E290EF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2429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692BE6-93AB-FFD0-56C1-D81B474FC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6BBD72-8B7F-4E8A-11C7-AB20A5342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41C0835-9115-B418-F04C-3A5845F9848E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2D0292-86A2-A11A-AFD3-95A71B6906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7F70C576-ED2D-9102-C143-F03143CAE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3F4937-27E6-DC88-BCF5-EF72683C4C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50253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A5C9C5-D497-12AE-B948-1FBBB4166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08BE8E-2C83-DE51-534D-26243B38B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82AD362-9F6E-EAAA-3592-877CFC0B9B7D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B333C-07B3-1638-1654-539B885A0D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CFAF52A5-9AA2-DF31-1C94-23F57E22B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2CC8F6-AD98-2D63-3B11-ACC1924417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97249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02EBE4-B452-DEC1-1F74-30DA26EC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11680E-EA7B-7BF5-77D7-030126250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1CBEF16-AC00-C5F0-D71B-FB3847BBB4A6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49AB14-41A2-A6E0-E691-ACDECE5293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E32B8194-E5B4-64C2-67CF-CAD7B6798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BA3C9F-95C0-C70B-CACE-63AC592285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3600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B462DE-EC4D-E926-28D1-01CFDADCAE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FB0021F-0D44-8852-837D-135C6FBB3B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9DB5288-78B5-781C-F597-3D0DD883B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739AD-A693-D4C4-8267-08802629261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41049CE-732A-DED9-477A-B0DEC824F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1CCE05-76B2-7A3D-DBCA-5CE4B6D57FBB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AB677-447A-E85C-AC1A-AA69858393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3D01A2-F18B-09FC-09EB-0F7FB3DB13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0695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D9A2361-0A21-5C9A-9D9E-C83B7F12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F26E46-1171-2B04-93A4-30D825E2BDB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091918D-B795-DC71-2D06-3AECFF7B8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4905CF-FDCC-BDF1-A23B-322975DC4DC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80B119-60E8-A053-6CE1-5CFECA277B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69F820D-95C8-6497-C427-7D93BE27906C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3BF85D0-B937-A8C7-CC6E-BAC7D34387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76643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E21A77-E605-C062-9A18-B4CA2016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C4B2C1-BBF7-03A4-DC73-FC4A259C2A1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0ED6DD4-5C05-3F55-032A-865B4C3DE8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0637DBD-B621-AA06-4D68-8EF13E6B6AD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B4CFAD-EB72-59CF-2ECF-8E327D00B4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2C4FBA5-0A85-E72F-475B-97AF84FA5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9227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03147B-40F5-96CB-30BF-A1B385FB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D72584-0C57-C02A-6F8F-40B5F6C8C80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37A4DEF-BF03-0F3D-E059-A741EAA99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E0B96B-0EDB-B0F7-182D-FC034BD6A97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BCA59-3BE3-21EB-622E-6760E0B8D4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D74813-D206-6918-62AE-80442E1554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17956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B3237C-9442-2EBF-FA23-28A074B67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018B4-A3E5-429A-0D6E-B5C9038E98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38836B-218E-E516-7767-CDBC563DA2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9AE1529-69BE-E516-A73A-908D0399BB6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4DD6BA-618D-BA0E-43B3-4A6ED2380A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1B54B447-943B-02A3-8431-538D9F885BE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BEDCB8B-9AB6-5B02-BF62-A63D443EA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56801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B71EAE-98A4-E7E7-111E-F7771B43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779BA5-4482-760D-A6D4-09B9419C67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8984DB-96D2-A725-6CB2-606ECC1BD0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C541DD5-A800-8435-8CB8-77954A769D8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70177F-24C0-875C-D9EE-FE5CB26F72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6EBF613-AD45-0B62-1492-2975E3E769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34963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0D3127-370A-6D32-DA26-869D25BA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4315F0-0713-B8ED-7B4C-AFCC669E02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DD8B77A-039A-43D4-A69A-E9BFADC0F5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40D355E-0BE3-82C0-2D2D-64922B90608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ADCE97-B8C9-7061-8CE6-C8E66B707C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8270BB3A-FA61-823F-0CD2-2F234DF5AC6E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6D9F277-17B3-A5BD-0565-F8706C3AF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92022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BE1C0-2530-B5E4-44F0-AC564FC0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095D5C-6C0C-23FA-84F6-6821BA4EE1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857FFD-C6D2-F359-4178-8071F67A0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D65488F-C3D6-745B-8BCA-6F22F42760F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4DB200-B7D9-B179-3A0A-133BFCE0FB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1D7436-119A-60AF-CF80-C790EE00F1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3705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419C96-83BB-059B-5E7D-6A2E9180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99E324-278B-EFA6-1C51-50CE0E6EC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61A26-C974-7707-2959-D90CE0A9E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3F903AE-F84D-B1E4-CEFE-8EBF023E9A4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D507A0-AC30-2F04-0389-0AF96DC590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F5DBCB-07E7-0C36-9E42-3BA4D4397A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87595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E9445C3-730A-6246-3523-9DE467A58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36111B-EC4C-C7C1-4826-51AD9678530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CCEBC-3C1E-6896-EF93-410BC7BE9B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E0131B0-CDD4-5469-B1B2-799FF7BA8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85500C9-C617-218C-1223-91B0E044E30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31688DF-8B7F-5956-995A-825799DFAD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5744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58032AD-BDB0-57F0-AAF9-F86DD29D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7F5A5E-F9C0-9752-1780-73BC4E2D7B0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A12256-97D3-1F28-EFF9-A6FE8FE30C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240D6C-EF51-D8F7-E4C8-038905A87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DEF5891-0F2A-5271-5828-39A8C205CA3E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0EB635-B812-EF59-9E25-C202C64F43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46515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DE2AC55-AB01-3179-59A4-6F0901B9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472FDD-4981-D758-6C12-3B249B23845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BABC6D-0389-B92D-8DB2-BFB66A0F94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A32AC4-5FEF-B178-B503-3BA55F489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834300B-3928-516D-12D2-3AB55A2E082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63F7C7-E835-679A-A74C-ED20081A0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0759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335B54-D9B1-8B50-0D89-40EBD9E2C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DB8BF3-8CBA-C415-0F3C-D96660C577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6341EE-A49A-0E40-8892-8CFEAB05D39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66870B3-352B-5AAB-C8C6-BAA70EED46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43A840-9758-4040-0975-942FB48708C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0C24A6-7F5A-BE59-AA94-B35BDFAC3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83510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3D11C5-D452-8EEC-F628-177A49CC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8A7603-14A1-A9CF-88F7-2EC2EFEAE85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8D8991-49ED-404E-3CC8-921CBE83336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5D6992-BAB9-E39A-6275-ED0F27E943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FDC1AE7-97B8-6314-6DDF-C5D6A58F426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3EE700-0293-536C-3423-9A6A9A9E85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40813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E7B9A62-CB87-451D-345D-3ED9C4AF6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809B98-0912-2F5E-F34C-5934417F0C8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BE8587-0263-7FC2-4096-8A1A8F7165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0C7CB0-423B-CFBC-FCAE-7A05B90BC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57CEE7-9183-A8CF-2DDA-313A6F7FA2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84033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3D30156-9B61-A021-2E42-4B6CA42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A3E85A-0BE8-3F1C-0BF8-6660C2187EF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9F7E36-3884-26AB-002E-18FFBC23D5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30" y="1854792"/>
            <a:ext cx="695988" cy="6767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9308FD5-97F6-2CF1-B731-2A11E8F0BB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636AAD-6B90-431C-6E51-6FD8B250B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35297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E064CE-C88E-88AD-C911-2CEF5305A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EC4579-1CC3-6449-AD1F-4021D473E19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90924A-A2FD-3D4A-3A91-D9CD8A893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60D8C6-84FB-0335-690D-C4191922C3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C1931E97-B1B7-E663-DABE-6C511835D7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751129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8757D9-E6E8-73B9-DDC0-B1FD24FE2E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9E27D6-F7FC-DEDB-A463-9EC7B90C4F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12348-D3B4-9C19-E866-72F969EEB2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487700-776C-C547-4AD0-10CD7937C1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0;p20">
            <a:extLst>
              <a:ext uri="{FF2B5EF4-FFF2-40B4-BE49-F238E27FC236}">
                <a16:creationId xmlns:a16="http://schemas.microsoft.com/office/drawing/2014/main" id="{58F471E9-B9C7-BD18-2DCA-52F40B9A9D85}"/>
              </a:ext>
            </a:extLst>
          </p:cNvPr>
          <p:cNvSpPr/>
          <p:nvPr/>
        </p:nvSpPr>
        <p:spPr>
          <a:xfrm>
            <a:off x="9751483" y="2588375"/>
            <a:ext cx="550758" cy="48559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C1E00D5C-EF4A-C25C-DFC9-E7777E1F57E3}"/>
              </a:ext>
            </a:extLst>
          </p:cNvPr>
          <p:cNvSpPr txBox="1"/>
          <p:nvPr/>
        </p:nvSpPr>
        <p:spPr>
          <a:xfrm>
            <a:off x="8300359" y="166289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FF11CC3-8BC1-6397-3BDB-7309E1DF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5DF3AE3-AE18-99D1-D529-1A722204D59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7BEE6-D2FF-B6F6-7538-F6972E97C61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1AB0DF-8E9B-12FC-7F2E-EF1AAE4FE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B1FAB10-54CB-5E5E-C741-3B7009736B5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50FA6F4-6F74-61AF-C465-055FB6D96F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19824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CA08E9-319C-C8EE-32CB-9993C6E582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636A68-B6A8-F2D0-C3CB-25D1E538A0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C2816-974A-C8EF-45F9-D83F7D2D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C0DE64-2516-879F-9A53-A313F7C3E63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175143E-E732-F8FD-3FD7-4286BB6B7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60AA0B-A7D7-C5B3-8397-1D0110D06E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3022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EC1CB4B-A22D-748C-CA46-CBDF2DBE3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91DED9-0C15-41DB-FCAD-16CE8BF584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E55980-D98D-FBB4-07A6-4E067AA4B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1A740-4049-6B45-128B-30B9CBF2B6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779002-2619-EA95-1A6A-9B4688F2EB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510409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96377E-293C-CDEE-FC14-23722F1AD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4A9E7B-95ED-21BB-6BB1-5EDC2F24B09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06BE29B-9D6E-845B-D702-92EF8DF55B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24637F8-E1ED-DD7E-BDDB-52043997CB3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AFFF6-B17A-CCD4-7CF0-B169FEE99F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9C7D56D-0765-12CD-787E-D4EF1FCD56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86953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89764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9E38F4E-C17B-3205-6AB8-EDB97B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C100E-0AFA-FA1C-22FA-EEE2764AE61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3478FE7-176A-F71A-589E-08C690D4B1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F7A9B0-2D35-60F9-DB3B-308B331778E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782E0-AC03-3F73-B146-F45B1AB7E9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5350E5-DE67-B429-36D2-AB415AA18A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73633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21E223-69AA-AA36-1770-F3891814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D12C13-5510-3DF4-C3A6-38D71FE93F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2588DBB-EB34-4D45-8C5F-9416835D5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7E98B31-980F-B6E8-4D37-E4224ACC29C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87BF5-D093-7FC9-0E41-E059953F98C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65D142-610E-567A-9843-78C878A85B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993398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6455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86CF89-B033-D6A9-37EA-443CD4E7C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B72C0-7617-7C3D-3062-DFEFFF8D63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986C6F3-F510-6B68-5EDA-D10E7117C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5E8C5B-8EAA-6B11-1DCF-AC714F43E8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74381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480295-7C8A-54F0-2E67-E0915140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96261C-32E8-5AAE-B1B0-642BE9D76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A792B1-B2E0-6314-870B-CBB046F9E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39E9ED-B2C3-C90E-FBDB-C74D1CEEF7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77E4246-AB8F-C759-B9E6-DF1BFBA84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E8B3AC-0E9D-AF61-F407-C097A1C36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74945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2BD75B-6D3B-334C-41DC-ADF7105B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EE6F0F-22AD-3226-CFB1-75CCB47F5A5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1DF1574-0553-B58E-E8A0-BAC106F7B8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4B005B2-43AA-8A92-DA09-FF89A091030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3CA22-8A1B-1B73-E5DA-4FCEE96015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B5A4AD-8472-818F-2BF1-BEDCE3517D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432F25-A602-513A-A8BF-B06D612516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11280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1A0A17-5971-6D4D-308B-92BCD57C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8C2C6A-6458-FE9F-7E02-4429B62F36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6E3DA26-B875-F9DB-5B7F-31AA4AFB4B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5459DA5-4A6F-43A9-067B-785BCCA94E9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4C484-3741-A96D-A494-6FD4B519F8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57F8E0-7FA9-0857-5693-E3AB7AE40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033F-C372-456A-5D81-6C69EC1DF9E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924050"/>
            <a:ext cx="4077789" cy="25864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487976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C6E4029-DD98-1696-F170-C07AB20F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9C97D-EE85-B6E3-490E-5B082AEF06B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2537E65-068F-4BDF-57F1-CFF533EC1D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C1ACD1-39CC-365A-8036-23642415FB5E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E08B7-2227-1B97-7315-648436B5D6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30896B3-15B2-7423-03DA-F8E1DF3A02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9C237-8289-07A8-0EEC-EDE80449F79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123504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521C260-B2AA-441E-DC47-1AA80838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0192AD-930B-03A5-E517-8254C41F7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AFA5830-3784-46A0-719B-EBDF9263C9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60143A-6470-A746-C8DC-1BA5BAE54FE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2F95C-E64B-3203-D3B2-8033B2C67B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18A692-C17D-313C-DACA-4E10C565F5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6C9B-31A0-4C3B-852F-39DA0AC96A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380910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50131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B2B4A2-1172-ADE7-7997-9A74AB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F211CE-3693-DBBE-DC74-DB1F0E9C1B4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51B39A-3EBF-F628-082F-DAC6A1892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E7CCDED-9466-636B-4416-A735104865D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1EFFD6-F1CC-31B7-5ECC-26E68EBBAA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7CB8BA-6148-7740-7F0D-B33F4CA0A2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3CE08-BE3A-31E6-D87A-184E811B0F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219912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88782F-B9AA-1B51-8F6E-E5C5D12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DB772EA-1CE4-B017-8636-28CEBE0557E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F833465-0D4D-D2F3-DA0E-7A4A1798D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D2E6F6F-7359-23A4-DA53-3123B863F9A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C12C0A-4EA3-5A89-4E08-E0A7DF0DD2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E37B71-31DE-5A49-7526-DAED9AD802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BE473-88E9-FA22-F7A4-9C63F1CD7F3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605524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594809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D7D341F-8421-BC34-6AD1-B23E89E58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6CA8A8-39FF-2F54-5372-2B6257AC7E9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4E9FA5-E037-EBF3-FE9B-D53D6A2EB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2A93B6B-8C3A-8C1E-92A5-1CDB57915810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C7AA9-F82D-3CE4-AA6B-94FEE792E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A06BF5-5570-D061-AC3B-DA22B2563B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2EF07-8AC9-FFCC-766D-4AE680F771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52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73CF70-3A1A-E657-43CF-4D8FFB0E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2409DB-C3C2-AA70-BB56-7716FC1D09E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D74FD0-3C69-DF41-E878-B63D090427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24CCAD1-1A82-B8A9-D2F8-CDB83EFD5AE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D43E9-D420-91FE-8CF4-B8C2CA1084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CA7EE9F-9CEF-76FE-016D-DF6C853127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2627A-A45C-EE11-30D6-EC63B1FB6C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3523189"/>
            <a:ext cx="4004310" cy="98733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576777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5BCD2E-7CBA-1F9E-10E0-4BB1C57A9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C967972-0BDD-11DF-01A8-D584F246ED5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ECF7FE3-EEAE-46A9-451F-BE79DEE4D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A57CD6F-8CDF-58DE-FB3D-C3D8DC79B6A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5BFE0E-7B00-F947-4F60-E523D0FC3BD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06E81D-9D44-FE90-6DCF-557FE2A1D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41678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04410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8855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A5A40B7-948E-B4A2-E499-5377967F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A9838E-67B6-EA7D-6C0D-7E76140860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9C27258-1314-041C-782C-AB84E445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D58A90-172B-5290-9634-A3F816D1715A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C689C1-604E-57E7-59A0-232864898C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2B8E1C-8D29-CCD5-AAE8-C5191732A7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39877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AFF27BC-5576-980D-EF07-DE02CA72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1668FC-59E0-AD16-AD58-C691B583699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8EE9-89C6-4228-3FFE-F7ABEA579D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4BB8F82-E42B-C266-CD01-AE892AB4A540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56CA8E-BAC6-4580-8947-0265939267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8081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71AD858-4054-C3C4-829D-107951B5A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A99F5A-1D58-4022-EC3D-AFF2C99CF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E56C79-05B6-095A-1E51-16C1DD9E1E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6893B-4F9E-4A25-5B0C-2D83CDA50E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757BB2-BAD7-8194-D6B5-EB4BB09BBA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D5AB7F-A0A8-952A-7F7E-D767174F4F2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36455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A5665F-E37E-910B-E9DA-3B6E566CD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76E6C9-9837-1A6F-52C5-138BA0C0697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224DD5-9038-9122-5660-CF58992D2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929500-80A1-26C5-B361-C3AF4D720F03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E493F-A7CE-2D18-9124-0B08B9FA5F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2E2919-8713-C987-9513-535E4D2C78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3DF0A-89B9-5089-087F-8D47BBFE8C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118695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069ADFA-E1DE-6640-AE2D-13552B64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6389-053C-E9C2-6453-E4C4B8AD5F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E1CB56-DD6C-56D3-6419-481596CB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274C918-5984-9408-A4D6-F6EB54693764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A059B4-1176-C94D-5A2B-3266F19908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C5342A-4343-9A97-900E-F6BB2FBDDB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3EA611-120B-9DC3-8292-0850826EB2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929543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CF52D2-EB83-C55B-0CF4-BF54AFA4A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D1232C-79AB-925C-4B94-E489140037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3CD37DD-56FA-1482-80A5-E215E79607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9B9046-E961-99F9-540F-6CE183ED406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5D9F6-B47C-9660-9A7B-1D3E6970A9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F79403-5272-4C15-31A9-80A317940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3F5E17-0B7C-539D-C5AD-0AEE0841C0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777510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2EA9EE3-F60A-B72B-9BED-1AC4B6B0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E422C8-0D3D-1021-816F-174A72BBBA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501525-D415-3AAB-3EEF-4D34282291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6CF48-9A0F-A1AD-D3BE-6FD3AE249A5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59F17A-CAF6-E267-DA39-B3A3DF5AB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C36A34-7525-AD71-1E46-BB17499F4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10B36-84D7-A40F-BDDF-D83989BF19F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736992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9F2684C-8582-48A9-B092-12FE89E2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8184FA-31A8-841B-6ADA-8AD7D4D11F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B10A3A7-C7D8-52A1-D35E-B41E240FDD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B757E02-FC22-5C71-CBD5-E3DEA48F8C9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0BF1-6E79-FB67-4B27-93AEEBE2893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D2643F-3ADF-A17B-2FA5-AE41625D84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CC8C1F-6EC4-25B0-62E9-F5B6D0C2CF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953029"/>
            <a:ext cx="2886076" cy="216267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45172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11A385-CDC8-E30B-B62C-130B3D6F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7FD898-2CF1-F2BF-08E6-D0EDACF647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C6A9CD-4C8B-0242-9BFE-D0DCCBF1D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0F75DB0-7F0A-2A9F-4297-1A93014B951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27FDE-3640-4185-F753-E5E256892B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419CA-A34B-6AE3-96B7-8AC746E91A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3FDE7F-35F4-0352-D4C8-7918EB9806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810000"/>
            <a:ext cx="2886076" cy="130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920911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1C2422-BBD7-BD39-CA68-B8F5520D8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DCE131-936C-625F-EC13-A3AF148622F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381DB27-471B-4D9B-A14C-C9EAD30C7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1277891-CFA9-6115-3E2C-8C1899E2508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8FB88-EBD8-E549-DEEC-50BEE0F438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838EB23-7FDB-75E7-9FD2-619BF19AE0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8973C-8BE4-9F32-2685-39479134FD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201891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4BC308-95FC-9327-E836-AE72E816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4CC37F-6B9D-DA2F-31E9-9FA6D68787E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78C035-A47E-C509-6F9D-CC27A9DA7B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CAEE96E-344F-F289-2CBC-16398763E28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D795E-DC28-722F-5ACD-273F029E1D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2D1C5F9-B1D1-77C6-AADC-CB8DBB48F90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9664297-D84B-CB5A-3644-649465A1585F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30C561-E2B2-E66E-6D8B-551C585BD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566158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04079B-B0F8-33BA-D02B-2A023F5A6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74DF84-D3A3-6859-777B-4E4E39929C8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304FD15-42D2-E852-4511-0693DE935E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2479C6B-18E9-E999-7325-209D911CDA3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DA51DB-7CA2-F7E8-5CB6-9F84F5B167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F4D81E7-2ACA-F5BF-E5AB-215E9BFEFB1F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22CBB30C-FCFC-2474-3669-E2E9D3FC3769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334FA63B-7F89-9351-012D-FD200420AA7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20AB1AA-033A-2110-B239-F84F82940B9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83D2022-1895-4FC8-245C-92090B7995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991716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3A22852-7D1E-7469-652A-DEC21A65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B96E70-D551-34C7-424D-93ED932DBBE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E26D2F5-986A-0AFA-B520-4B5B194B1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AEA7087-E26B-0440-4243-CBEC6B21AEA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BAF5-F7F3-07AA-E6C4-1D0EE7EE70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5AAE4236-A45C-8B16-CC87-D68FF714FF3B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4208E6D1-55F3-65FD-5FDB-36D699B84EF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4CBFA388-EEBD-3D30-655A-E64FA80245D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0DB03D7C-41AD-D95F-C025-66A748EC67D5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8622FCD2-9FF2-6F35-A01A-C9DB6D72DDBC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9104484-85BF-B9B7-93D9-6D003B073CF5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E3E111-6A48-2315-78FA-D6798CB78A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007078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462F44-598C-A4DA-7F7F-5B0517C34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BB7EEF-2CD6-76C8-55A6-E593F2A0186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167F9-29EF-3ED9-D682-D0CF6F97DD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E47BAE7-268D-6D22-9525-8A301E0E2E7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7A4DF-9240-04A2-950E-F9037AD100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08E413AC-4CE8-EF4A-3C2F-7B9D21B8A798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25209144-FF6E-E0D4-53ED-07282E9BA982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8CB30F65-B516-112E-48DA-7DE63B022B85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0AC57E07-1EAD-6E53-5AB1-41ABE2A876B7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97F927A2-111A-7BE5-E2A9-D6F19FBC4321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EE012535-CFFB-E479-F2E6-FEDBF186D9B8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B13C6B2D-E8E7-0099-19C6-7F9DA126FAAA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5FAD505C-51F6-3708-6CB0-0A9FCF40922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E8C74A-164D-1963-7BB9-1AA865AF0E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50471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483CE9E-4E9C-9999-D704-5397EF81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F6E54C-D93E-32A4-4F13-FF83F97EAFF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135D92-49A5-33DB-FBE4-85D7C18AB0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926EFF2-A526-A229-5A1E-4DB38392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E30B38-60FF-65A8-D8B6-41EE5848D22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B3A3329B-FB1C-AF75-8521-E82CF6114D1B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CA558B9F-0BF1-CF18-3229-288164B74EB1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D97029D-C5F5-879C-856A-E94C99ECB39C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8597D3D0-39B2-60A7-F613-13080A0E0737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4D16D6CF-AEFE-9E2C-58C6-772F39AE1AF0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8CD75A48-B780-8873-B8BB-B776D3257D6B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CB17B8E-1D99-3A9E-B13D-C31AC665DCA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DE2567F3-E57E-2EAD-845F-51C2EA002877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19189836-B935-3618-6E9A-D40CBE10F9A7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8FFA9FA-F208-0DBF-8183-855FCE468F8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D6ADCA-7296-2CF9-5B42-A049D7CFB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89815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CAE0D2C-3E77-C8B9-FF45-2E01FE47D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4465B9-0FD8-5888-373A-D1C7BD60CA9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6873596-DB0C-210C-C254-1CD8779286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AAF92BB-642B-E403-E6FC-E9C9752557E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03214-4EBF-A96C-FD22-3F78549C3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7EC170-7350-9D87-3A0E-14D821C654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47888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A9AC840-4938-0A6E-89E6-BABFF4F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6BB7AAE-79D9-9351-DD3B-ABE72BA3E5D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91B9BF-1E06-8785-1A47-EF4F7080A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62CC4F-FC43-101C-90C2-B7A3AD39719E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0638C0-9935-7FC7-2389-3A4CA1CD0F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DB69A8-8B23-A2DA-C057-3983A7C9E0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07717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E6808F1-1A2E-6B9F-6333-7D99C9AF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A6C1B9-15F3-8B35-5DC0-AC5C548A64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54CE207-B89D-1B3B-7ED8-4F0C8FD25C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B24B7A-0658-9597-2DD8-038321A87676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C37BB1-B9DF-624A-A65E-B546928C7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44529D-25F4-F523-1485-5F847EBAE5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9028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1BB4AC-B913-D83A-1C19-962F0283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6717C-149E-360F-95A1-F971C026E4C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84BFF57-B12B-0484-08BE-0426458E46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55D695-6C1B-FFA7-4249-735ACC398C4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B5C45C-8BC5-CB99-C6AB-2D48B4A47D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310A24-018B-C4B9-A1B2-DA7C4D3FC5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6653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today’s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7CF28C5-616C-C47C-E2A0-843DDB4C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EE6851-DAAA-441F-B9A0-B2402E0B24C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85B9EE-6D31-7146-05C2-C8C8271E3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1F29B0D-1251-6CD6-9CC4-8DEFB048E641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DEB50-940B-EDF4-AE40-0F34FAF07E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634873-959F-3B18-0AAA-7477435A6F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200321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A11F6E6-862E-A8C5-F741-183DABD89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A4CD4E-45BC-737C-90B9-A35291635E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F5F556-A437-FC61-7CA1-998E59340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709B03-5610-6658-E778-336466D145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7451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D92F470-7709-1FD3-9549-1CC9E07E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F61E88-84E7-2CF9-9C7E-F5B4ACD4FB0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29056A3-066A-27C2-DE10-6976EB1B3B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719C07B-3360-D278-8502-AA6853EE5DD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D936F1-DB03-5B29-9366-96703B9565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02179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9F96D37-842F-5024-0CC0-8E31B2B8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009AF0-AE46-0103-E0EB-ADBB95CE411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6E8F6B1-029C-70CC-BDB6-92A3852E3E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16A92E9-1322-D1EC-7D9C-17DC9E5C259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CD1E9B-9E03-D348-3508-68331D0C8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732020-E559-E36E-0A2A-2B3D846694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204441-19F2-4354-E74E-827EBB2587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244163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3B23F5-E8F9-6A88-5865-6CA9256B0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79C24-EF02-A0BE-20BD-2B875F87AEB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7467FA8-A128-1AAC-8976-977BC92E1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F5966D-5DC6-BC49-A909-FD8A6B65C50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E89022-78F9-178C-656D-E773E929E9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ED41BD-0AD9-C8E5-14C0-7E8C19AB951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7F7CD6-D4D3-94B5-C38B-29D28A158B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5523974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FB2BB5-2BC3-004D-0FB3-9FBDD858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25EEA4-DAFD-B7BE-5B22-B72868C42F4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AF73E6-2E21-FDA8-E918-1E39F5C04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6CBA81E-2F53-C867-FCF6-FBE47E03E2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AD18D-49F8-68E7-EC71-5245F05F18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6B34C1D-8143-0FAD-8EF1-A1A5A2E473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21135B-1F43-1D0C-8BA1-049D9CC8A4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09650"/>
            <a:ext cx="4817400" cy="10850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839783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5B716C-0C20-C954-A821-E824E7AE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B8AC6A-6659-D1C8-9FB6-9089015DE6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D2BDFDA-C334-182E-15B9-3BAB876A9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F43EF9-04C3-0926-FD50-C6E259BCE07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2F086-66B9-4C8D-9E67-AA9B8F6B3F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E01817-3D05-CB3F-927F-986DD44CA5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7C77FF-B643-B62E-E337-17DA33E708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758541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1E2C01-B84D-2F05-DA25-6DA09DF5C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60C05B-E187-C722-7175-2D4B655B3B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666BCD-7D59-B8E4-B774-30356D528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3E2F812-B966-C37B-6123-13ECEAAFD3C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890DB-1A0C-B297-DB13-FF3E24BFED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A096B03-E8A6-3598-0CFC-80514EB195A9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2421B9-0CF7-5ED4-1C79-1AFEF4B9B79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F9ED08-BF45-5D33-BAC6-545620A8E0B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A21414-077B-5D56-00E7-D3F58F70992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D0DB4D-8B12-0AD9-8E8E-B79DFB40A54F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2AF72F-6327-6C15-4FF0-D1CEB4ED666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49EA0BC-C2B9-15BE-FE5D-B9FE9C385D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476455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6B0732-F9B0-F941-CEEA-B302492E3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EA6D8-7816-8EA2-FE7F-020C8775C46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4B3BE8-8A45-E0F1-4209-C74681326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685982D-A144-BA27-C89E-AD7685ED3B6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F4C7B-7F04-8B31-ABA7-F984A4EE9A4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526DFCC-4925-F03B-926C-72AEAA4FEC5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7789DA-479F-B4C9-F237-1F56099A098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A481A2-B22D-1AEE-367B-1CDE5918A47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F7761-8AC0-07F1-9FFF-AD1BB1FEBF5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430BA2-5D54-47D0-6391-AF0055AE17A9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4B9B2D-04F4-32C5-6F3F-F6880B07870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1DFA9F5-69E7-7485-D7D1-9ED7E575605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ACB890-05CE-163E-87BD-75694E271F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413452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5836463-3479-F237-91EA-C4A3F0500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866EE8-5AF6-0767-BD12-EC1391B00B4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F103143-242F-C1E0-EAC6-2BF6A3A8D5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FAF25-7322-0BA1-065C-9E259C33572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7F797-94A8-0199-6588-F1AFB45872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6DC015-56B4-32DB-499B-1AF88197367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3A5BE21-CC5B-15E9-4610-1A7C5F85032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B0DFFD-8AD9-F14D-6FF7-42B970082A3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2B51F17-DAC1-54DC-5A7A-9AF7FBEF1CCA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961212-0431-54D7-E18C-2F579F7EE2DB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E660E3-03F8-0AA0-5660-6A39A4B2F81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B020178-EF10-C69B-ABB2-498BEBE4C01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7496557-15EA-8F84-293B-AFEAC362034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9CF5019-0BEE-1F43-A41E-6A8365EA1C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31999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B1E1913-5989-4ABD-B12D-A34A41421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CB615D-4C7A-BB9E-3A09-680089E298A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984FE6-76AC-1419-DD45-17C60DF1AE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318614-1769-BB37-7F92-20193CFC1388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E289F-B649-E378-65F5-1461EC9535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BC3605C-D309-E29A-7FEA-736D156EB977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D2672DE-7A9E-B258-7204-8564C8A062B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1A9997B-15CB-2ECA-1859-23F20F6BF4D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33A8F2-2154-3806-529E-C4DA90B7C97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3ECD91-7417-5B99-EC94-FFA98CC103B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63F222-D501-1ED4-F90E-028EA253075B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84F6185-218F-938B-F15B-D432C1D37EA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1121DF4-0603-300A-F47F-5DECC7BEE00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57E978A-5C3F-8C4C-12C2-6B3EF7FA245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ECE8A27-64B1-CEE8-A90D-7C7C4A36805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8E95626-0BD6-F252-7C2C-2139A6F599C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FACD1A0-BD0D-2367-EDC7-4EFCD50B28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130226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C5A82DE-33A6-A170-3C09-5609B0873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5BFEA8-5300-D90E-3FA7-B4D156AD0C8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5936115-7ADB-6EB9-AB10-963D35A53D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976C2B7-48BF-9D6F-B46C-72DA5F9490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1AE825-CDC4-45D4-44E2-F131421330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B7CB62-3D4A-498E-5514-F658636B627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25CE4C-47AA-8254-CEC9-5D092971B38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9F9E32-FEBB-D220-907A-D4964412AEC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D33384E-8334-8A5E-2820-F0D3461D43E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EF91AD-A9A1-9E8A-402F-A1F7E941A77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B0FFF8-B8A5-B62B-8B4F-3CFF1842F650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534659D-77CC-A36C-847E-689A4FA6FB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64F37AE-DB7F-32AA-B7E4-01784D19198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9335664-AC53-7503-BBA2-B26B1D46AEC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4C98B4-D10B-14AB-81EC-72BD7C34D4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FDFAAA2-5E1E-D242-880A-00B861214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D8E6B7E-20A7-2951-C7D4-381D2EF55A8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A5CBF7F-FD19-249B-F768-78E67FF0291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804310-B78E-8715-4CD8-923032D9D6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9D6D877-46C2-2CDC-CE9E-1A108B923B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837137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91BE679-A2ED-34E0-5C72-EBED4203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EA04F3-97AA-E9F7-BFEA-B0711F3D6D4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626FB2-5FF7-944C-156C-DBF5A60F1B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4B863B-934D-0CBA-EF64-B906A82B32C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AA55D4-481C-8583-BA2B-0CA0A26685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3F1821F-7429-8F11-1673-AA2FBC8605A1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28A791D-A531-53DA-7614-21405F2861F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A29DB21-75B2-4043-9C6F-8EC8744207B0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C579A51-21C9-6040-0A95-95FF5379681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774379-729E-B5DB-FE7F-FC7E5664C5E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A0DE80-3DB5-285F-5BCB-23C51145C39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72A1CF3-169D-6534-5FEB-536D2FC9351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7DA3A9F-A37B-F45B-5D60-B9C09BD3641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AA8B32E-10E4-EDA3-23E6-FE0D6719505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7088D50-4EB2-09A4-8AF6-94F4C54F244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0579875-9F2F-998F-40E2-5D3BFFFAF8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3A364E5-B0CA-615D-8646-88DBD997B82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8CC5748-6A30-D55E-9E6C-F5E6BFC8BD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FDC9F0A-3331-B6E5-3524-C9678E8229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774347E-F284-7BF5-9CE2-41F94C567BA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2E6D9C-EBFF-404E-5E49-EF14E66F10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11694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B071BCF-0E90-7B64-33D7-7F7658485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C11128-6E1D-DE13-E37F-0C5A09C3C56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235D7BB-8231-D34C-9026-EB858B27F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7DF2501-7708-1C1C-F6F2-8FF7C9925B9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31ACD2-E81C-5FD5-D946-05DB8F1D0A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4A0009-60B1-88EC-7044-B725A712409A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152CE4E-F09E-6BF2-98FA-69AB5408F1FA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6DAA86-FB49-E247-8FC2-8D34AD0F02B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1957D8-DB25-BB38-89CB-1B7FB088C21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AD518B-C888-07CF-1F4D-AF5E0742DE0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33D596-4267-9EB7-1D45-2F668097AEF1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56D0961-B08F-C1B5-B7AB-562AA8F584A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B6CAFD3-BCB5-525F-08A8-D50B8608B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D0E143-E256-26A3-A147-800CEC44D85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8FD44B0-E075-CEBD-BC2C-627477A13C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AB9455-CE47-EBEB-2F50-42F9FFC778A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D008EA9-C45A-6A87-1A52-E03DF003741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0158497-ACE6-D1A2-5D0A-3D13EBD38E6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B29ED3F-5493-F539-0665-3D5FDD83D03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B8B800C-24F0-73B1-85A4-79972AC0370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E4C19B9-9CB5-00BB-DA76-FC3D47E9A5F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C1CB6B5-DCBF-8ED3-9C26-6515316E50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617252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34CAC60-6303-BDC6-0EF3-C4316877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587FC1-C348-63A3-DA34-1F4A2179E47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DEFAAC4-9636-CD9E-FD38-040AB3FA6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FD373EF-E679-911F-FFF4-93BCAA02D7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E5D16-95CB-1CF0-ADC1-4EAD541CC5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A51137-6123-112A-5458-B8EE191AEB3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BFDD46-B15E-1533-05DF-CF1DC784286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73ADF4-4AF1-6824-9A80-DE1850FB631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3A2214A-2271-C08F-55BC-40F68C9ED1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3FEC2-87F9-940F-B868-1E89456F737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36B0E3-0725-E782-1C90-2AC4A28AAAB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5571F98-4FAC-E6F5-DE35-909A9479683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5F78ACB-5683-54A7-5F4A-86F9925C3B1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1C52974-5B58-9EA9-6D96-84546E630B0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29A113-1E03-7300-0F07-DC2D890635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7AD828A-A72D-1BCC-718E-19A805F253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4DB38A4-3E10-5EFC-541A-537921C0640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77C07E3-7E22-7C74-115B-1F4BB97677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74BF293-E054-E4DB-88A8-B51CB0144F7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9B5346D-CBA9-614D-B3CB-2E332DA340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B76F869-8CB8-F0CB-DCB7-17D2F668B6A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B9627E1-3109-760C-8128-1476342C694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BBC1D0-B8A4-2C7E-1502-15C18A688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050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C24F521-13FF-A4D9-6C41-D3102BB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F14AB6-42DE-6960-A3D1-DBC0E6D18D9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32E7F3-51EB-00A6-CE28-3495B5488B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D41246-9243-ED73-A1E8-55DE20629B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5636C-4BB5-6A26-33F5-74803572D9C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E3280F6-5C2F-7CF8-3720-1AB967BAA174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F51EB8-CE75-FAAF-121C-BB848D841AA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94CE89-2857-C334-EC3D-2E5D4A28835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2CFDEE-74F6-194E-2206-F3961634C5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DDE8E-03BF-F0FE-D7B0-CFDE01797FE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EF730D-9CB9-434F-3ACD-FAC79E83EA84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D469452-A2A9-C0B3-9819-824AD876D40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580FA09-3F2F-C8E3-AE7C-2D97CA1D3D3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F3BC7E8-DE38-6005-DA84-71C9E90D8B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D0918A-9A6A-B275-6A2F-049F3279CCA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A566913-62EC-418F-4104-F4B061795EF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7813805-346B-2203-9285-472D38DFA3F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F9575AB-124C-2DAE-FE84-FFAADF54AD1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CFFE25E-A0C1-450A-12BD-E50A42D4FDF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FE2BCCB-1CB3-974B-6AF1-154582EBC1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E5C6404-975F-1B1E-86EC-CE3801703D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1E4728C-1AB6-1A0C-4D12-464060CD82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28BB8F9-4C20-06A1-76CC-AEE7369B735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AA1ADAB-19E1-3E09-1913-2F9A38E348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05842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AE88F92-61F3-C691-18E5-E900E71D5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19FB25-A6CE-DF5A-5F55-4C1A6F7FA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B4148C-0F68-E808-892B-9BC6D3A25A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03F6505-DE60-B54B-360C-7A938D589C0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9853F9-8BA7-59FF-D2F9-BD6FDAAF50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14643A-71C3-6E56-784A-9DC83AFC3EC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1A8B642-A324-4750-915C-2E3FFA30D94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06C867-5B96-D661-B061-7A38050236D1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8AC8C7-6B74-6E02-C39C-F68161E1B9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6D201-4558-82C4-F21E-1DC7CE4A14B0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BA1A5E-D622-8339-03E7-35206FF983A3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C8661E16-4798-51BA-9373-D06168E283A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3A2DAC8-0A9B-41BA-A689-C3EBDD93E0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2A0D89-4843-D36C-BFE1-9DF369ABF8B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6A8BD80-674B-7D9E-2EDB-42AA404F8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A5A8FFC-4EF5-F976-E88C-2E55E2849C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F77178F-7F69-42B3-9976-8F2F6FBDD1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5F04694-023F-8662-9416-DAF915EFAF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C4F77B8-1B67-1D18-751D-A80319E108B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8A1916C-3E06-6572-C967-F918818A39E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944D468-A4C1-6B9C-6FCE-F57725144D6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FCA26EC-F655-536D-2013-DA6BD3EF872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AE4B7D6-857C-F0BB-3556-0A65AE5471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0192F6-E7F1-A23A-9363-81070353152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E6B401-2046-C9BC-5A6F-67D0587A76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78369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E82D4B0-3E75-C081-CDFA-0F4F7981B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0EA3EC-B90D-CAD7-7712-347AD54161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244A7A-0E4F-481D-498C-BEC1905614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EAC678B-C1D7-BE29-F712-182EA17F06A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E08F1-7C1B-88CE-BD7F-390545E17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BCBB711-0C2A-D0F7-CE2C-22A988FD3528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9EC1EBC-8F1E-2068-A9F3-05057CACCF7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4EE2555-0EE8-CE3C-648F-A3EFE5CB4C3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87FCA84-64D8-86B2-B05F-D67C5A65F09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34030A-919E-634C-7F73-68B54637EAB3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6D28D4F-FDAA-D114-9800-557CB5ABC22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4D2231CE-0005-2BB0-CD54-88565D4CB3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9ABC08A-200D-ED81-5634-78D56544EFA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5D6FE2-0DC3-7F0E-D8ED-50F6DA2BF32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102B75E-E44C-7458-3C0F-3BDAD906A1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1B01B8-A10E-B923-B148-89872E74BED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D6C705A-5361-8EDB-0335-FCEBE8AAA62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1B0136B9-AEE4-F81E-1E81-A251AD70BD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0B8CF7-5921-E62F-AEEA-FCF709428C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0447CC2-4F4C-ECC6-22BC-93F76AF82C3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11CE2B3-710E-02D2-E102-201D864282E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50F369E-9BE9-8FAA-1E6B-107457DE9CF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C2AE47E-2927-51E5-1A2D-4C0E8A592A8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F5AD34-770C-690D-3538-EA99B7D498E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BCE1038-E121-12D9-ED05-CFCBC9E8E67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FAD246A-C54B-8719-AB93-82A5D9B649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671298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55C002B-0A91-502B-ED4F-069DADA0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A78AB5-A383-53DF-4D87-AF5C21D3343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A7A93C9-7CA7-A316-EF60-1850B6E9F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7DC2CFF-DE2B-623E-4DFD-538B19A04F3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D8961F-3339-2DC6-A683-38684D75F4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6F2A2-6E3C-7039-39DA-3BEBB134E8A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BB3E7AA-7167-2C60-D3F5-0F6902A9A33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F2BD7A-C8D1-A0B8-33B2-DE08BB4BF65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733345-C2BE-3123-BE84-14DB7805319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DB0B72-5108-07BF-BF4E-122E29AB975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7CB4F6-E228-2B03-4B55-E502498FAB0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64D8BAE7-7E22-4C6E-6324-60BABA80E6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7DADB4-273A-2B9E-41C1-09ECDD4B76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4F02736-ECA4-6CF8-4398-4B554E225C6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B7D1D41-F20D-4686-E2FE-40D34259BCE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78F8B10-00E6-F136-DC55-9628F786C37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54037C9-4BC3-421E-CA82-7AC9FB3A1DC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ECB6E49-52CF-7B94-1468-B25A952E964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B8CBCBC-B834-20F5-9C61-9FB0876EFCC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261838-55EA-E409-33B3-B9AC2511DB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102246E-1A9B-696C-3A16-06E84E9963E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58DD73A-2258-3A9B-8D5F-95FF4E935F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53F2383-C9DE-4F10-C5B3-A5983A276F0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E5EFC92-FEFA-302A-5AB9-A2572DF6FA2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6C26E1-DD4B-680F-5654-89E386C4199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DC82028-E6B1-4657-ACEC-B0CF5C99C37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7D7C3D8-00AD-1041-5558-1E24EDF268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84595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1D8ACB-B6C2-D7F2-3D45-D82BB29CA66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1FFF310-CA24-2DCC-1BD0-D7A45F9BBDE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BFF41B6-BD6E-5BA5-3BC3-788C1FF0D79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24AC64-4D85-89C9-EF96-077070531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F7A6EF-C5DE-E6C5-1AEF-32E3B1D938C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DC0CFB-766D-11CC-BA93-34746E6F7A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DB3DCD-0708-0157-6337-B9927B34F5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141052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D0CBEF-D9C8-36AB-5987-44E565B5D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461129-CC23-8096-50B3-5DDEC46A7B3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0F7C97-E62A-F8E0-B8B8-F28DEEB338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38C818-5049-5D0E-1517-D9D132D96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646B00-F0DE-CD2D-84ED-6E2CF528FE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A9E3CF-7D3B-C3AF-6DF5-C34E161D36D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833031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69E23FE-C731-E594-91C1-A48E9FDA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CCA532-41D8-987E-2B1B-A58449D4657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1791B2-E7C0-B2F1-042E-59BEF39305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3DABBB3-91E8-4DE6-797E-AED87E86CE7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767BC3-9B7E-1F90-FBA6-479C8E2A0A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163E691-D49B-665C-DAAF-B4705E459A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3A7854-30CA-2C3E-59D6-4528CAE22A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37335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8EC3B4-8E11-6D24-9C49-B2F8EF3E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2D8DA-557C-546C-2E44-DF6B348118D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DBB30F-5560-B79B-8B8C-3D71833A00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F8C9F64-65BB-0690-67A5-CEC72DA8677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84E409-1B94-BB05-D5AB-91863904E4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6A88C5D-6E87-A835-CB71-CABE752F73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071A68-F6B0-392F-423D-2AFACFB849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217798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E486B69-7115-5126-BFB4-ABCDD34E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2378BC-F2B9-ED0C-77A1-2F1B12EE151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B8B032-1A0D-B622-6644-C197A2470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3CF87D-5006-B516-81CF-2A1A2244BD8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D0B55B-B64F-2F27-BB2D-C6B29F6AFB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50EB509-3F0C-6952-5774-001AAADCAF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56B7CE-061B-CA46-FC5A-727E57C0B1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318989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724596-F8F3-F7E3-9138-B486FB5C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CE2CD1-129C-4A9A-B195-64D5E08F98E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CB3882-840F-D4B6-4E8C-365AFDA161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45008F-C15D-6B83-ED9C-881ECEBE909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43CBB-A6E0-AE2F-6DA1-6AFFBB90ED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BEBA3B-855F-0FF8-A2D0-106C034410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B62ED-03F5-2FE7-A135-3D69CDB7F0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192392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E99C01-8757-3B74-F381-6F339CF76DA4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1D3BDF3-0BC3-1408-EA3D-4FF25787133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3FE526-D592-901B-70C4-ED9EE1AFC85A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EA2A84-DA4A-C67B-EC87-171BD4E8512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9073028-681B-6892-3EE4-290FE8D7EF8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C22BB6-FE06-1F44-8A50-8ADCCCCC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B5A12B-F0F4-8E8F-4DE0-B1DBA7CFBC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E29A7A2-B805-D2FD-9482-C16967BBEC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1876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83DEE0-F9CD-BBAA-7CC8-ED31E540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93B26C-88D1-89B9-C886-F26F62B10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3ED6069-D0FC-B76A-4A5A-F8381707F3C3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C1B173D-4ECA-E5D5-5F56-1333B141B0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19119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D43D73-DFF6-BC2E-8FA2-946ABE26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618BDC-5700-1BAD-54DB-32EA2FB519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31C5D68-7163-7607-F179-547DB68AEFC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C0405E-D589-6FB2-6290-1334BA3DFF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8951651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9FF228-ED25-91C5-D0AA-96302060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6DF603-A433-88A6-AA19-E8FCA55863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6023E45-29E7-6431-C390-3D999BA901C0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36542428-E38F-6594-33C7-82BA9D28E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435C827-6B77-7AFD-B515-182144FA7E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3590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727E08-0F0C-77F4-1491-D62CAA8A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7334E7-FDF4-2A18-4EC3-0CFFE9A09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975B812-A9D4-5D07-7778-07E10E618F1F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5C6B26C-29D4-7A8A-1129-F48D732B4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2ECE24-3B64-3649-F8A0-26E5DA41AA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549737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B4B5B3-33D1-2524-DFAB-FFA03D94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41FE31-CCE9-D460-BA82-078EEE5006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0D31E18-50C0-465C-A0B9-D778DD56753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3E1DAE13-43D7-1D83-C7FD-7D09AECAE9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248EE6E1-1238-13F4-8C8C-5CFC2856F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7A7B93-C638-4155-9A70-7597F391BB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061012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7C0327-436A-5F3C-3667-69BCD5BF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D6B801-F1AC-4E4C-1926-3EBAB4085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5946519-9A01-2E5E-4922-1073B37C03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A51909B4-91E7-D99C-FA88-8B93CF5BFB5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0467CCB-DEF8-2AF5-B23F-572C6797A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E899004-0430-3190-DAE0-A13742E76F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09350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38A8CD-DEAB-91A3-CE71-7DB29D04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19EDCB5-999C-FA6B-AA62-C6F763F95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E4E16E5-CB17-3775-F63E-5511085CE102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600C072F-2EE1-478A-18F5-36DBE35BD8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4025AAA2-2DF0-8FB7-A158-10BE996E0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5906F249-8CA2-5253-03DD-40FE672FC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53B23D-F4DD-083D-5E1E-7C8BAF2E98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47799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DCE794-0FA7-D1D3-D21A-9F2ECDB60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B9864C-E5F7-2A70-B315-33DBA43B24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F5FAAF4-DF73-4FC4-3AFB-EE4DB92BA4C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81D6BF13-0CB8-C3D6-C5A8-2C418AFDDD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A38A2392-7E9C-D84D-1344-3BE56AA3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09971B79-6A4E-B68D-F644-24675D9C6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6E29EF-D143-E84F-A8A1-AD725F961C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909523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14D74BC-AE3F-8BBF-1A95-04F95E73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8864-6E02-1ADD-C864-C63682883C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7C2E725-F0BB-B47D-0845-2AC02B71E8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DAA79521-B07E-A8F0-15FA-EEBD5A6688E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6BA8E6B7-C781-EE2E-228D-EB91952B3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BD117AB6-1B4B-CB20-EB14-62BEAEFA6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789FB85-05B9-7D73-DE08-C6944C73B4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469928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60559A-D96E-49BB-DDBA-9ADF8344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30C34B-A93F-4177-3464-0EA2D271C3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704AA4A-A14D-1D44-16B3-DD7289DEA9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590CFE-FD89-D773-5DB3-1C3A2A36B6D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1A56D7-72E6-701B-0E5C-12D2FC1F0D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80414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F170D7-9A63-0923-71E5-18AC514CF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89AA8F3-3BF1-6CC3-769C-F7B9857AD28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12A968-9C34-E976-9C72-59F94D6B8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F07F0-7841-1D0B-E31C-498C22B078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F84EBB7-D562-34FE-462D-A5A9484467F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FC2F97-8C80-5098-0955-BC2BF330B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1974529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CE396A-C4D5-6C39-540F-A7CA6066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12ACBA-A5CE-A452-BADD-308B2E736C2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C92309F-CA39-8BB1-E63F-9D4A8DF412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A8C03C-50C5-278B-40B2-C05C3A7C66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E01EBA-3019-3D59-70DE-B2270704B53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D4340C-BD64-13FA-C828-3C8933A5C7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27229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946D54-EB82-C1B0-DA90-1DDE1559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488A18-AA9B-BC32-3AE2-91C07A76FD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12E50B-3EF7-0C62-3942-A99B1E39D0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A8A320-A573-756D-ADF5-14185D318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C99B07-C845-5666-5022-168895887D6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D1FFD8-E7FA-5581-1077-FEE31ADC90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3823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66CF6F-8F99-C25D-0B3B-4C4DAE91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C40113-79ED-8DDA-A828-975215E468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C92484-16CE-0E12-34F4-6E5428391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25A815-77C5-9A32-786A-7957F84073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EA1851-A6DB-2246-F7CE-BD3CD652D08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610D429-EB08-C7CD-CDCD-F9E5DCAC04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624636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6F1F1C-D2AC-7071-0992-04B9C531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00F635-4E28-ADF8-7723-EBACB9AB6C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80D87B-8390-D1B4-9EA1-0DE84826F4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8548BF-8B27-EEE9-F4D6-9DA5CB7057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150CCE-84FF-0513-94C2-CF03BFB959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A897436-CB50-6616-7FA9-1D3E337DCC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93016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5BAC0-E96A-95F4-DF0A-4F7B6445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7934EF-5EB7-180D-9140-91A878B1E5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DC7809-8252-9B38-7AE6-CCF91FAFED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E4731-ABB8-A05A-D888-0EBA0C0E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7FE929-F8D5-4467-E6E0-8AADAA7EF96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FA44DF75-0A00-2F58-F122-E238FC4679C1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B6E06DB-8716-E056-7F8A-5162DEA285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60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A2147F-64B2-0C7E-8058-8AA53C69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15B4D-3ACE-1937-697A-98EA875F97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85D9DC-2711-958E-84EB-431226018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AF67B-92B1-5557-84BF-ABA83E7ED8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2BD362-3407-4922-3D1B-A0545DAAC8C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7736B6-B714-AB96-C25A-1549F99BA5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39169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12360</TotalTime>
  <Words>11342</Words>
  <Application>Microsoft Macintosh PowerPoint</Application>
  <PresentationFormat>Widescreen</PresentationFormat>
  <Paragraphs>2318</Paragraphs>
  <Slides>261</Slides>
  <Notes>260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261</vt:i4>
      </vt:variant>
    </vt:vector>
  </HeadingPairs>
  <TitlesOfParts>
    <vt:vector size="265" baseType="lpstr">
      <vt:lpstr>Calibri</vt:lpstr>
      <vt:lpstr>Aptos Mono</vt:lpstr>
      <vt:lpstr>Arial</vt:lpstr>
      <vt:lpstr>Retrospect</vt:lpstr>
      <vt:lpstr>PowerPoint Presentation</vt:lpstr>
      <vt:lpstr>Lecture 1:   Introduction &amp; Data Types 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Data Types</vt:lpstr>
      <vt:lpstr>Data Types</vt:lpstr>
      <vt:lpstr>Data Types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Francesco Turci</cp:lastModifiedBy>
  <cp:revision>22</cp:revision>
  <dcterms:modified xsi:type="dcterms:W3CDTF">2025-09-23T16:20:59Z</dcterms:modified>
</cp:coreProperties>
</file>